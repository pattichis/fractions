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Amatic SC" pitchFamily="2" charset="-79"/>
      <p:regular r:id="rId11"/>
      <p:bold r:id="rId12"/>
    </p:embeddedFont>
    <p:embeddedFont>
      <p:font typeface="Old Standard TT"/>
      <p:regular r:id="rId13"/>
      <p:bold r:id="rId14"/>
      <p:italic r:id="rId15"/>
    </p:embeddedFont>
    <p:embeddedFont>
      <p:font typeface="Source Code Pro" panose="020B0509030403020204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AB22BA-8C5C-4452-A52E-357F295C5D48}">
  <a:tblStyle styleId="{6EAB22BA-8C5C-4452-A52E-357F295C5D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2913"/>
  </p:normalViewPr>
  <p:slideViewPr>
    <p:cSldViewPr snapToGrid="0">
      <p:cViewPr varScale="1">
        <p:scale>
          <a:sx n="194" d="100"/>
          <a:sy n="194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004601b30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004601b30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01f66aecb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01f66aecb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0091d238e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0091d238e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004601b30f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004601b30f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01f66aecbf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01f66aecbf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01f66aecbf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01f66aecbf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1f66aecbf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01f66aecbf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5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>
            <a:spLocks noGrp="1"/>
          </p:cNvSpPr>
          <p:nvPr>
            <p:ph type="title"/>
          </p:nvPr>
        </p:nvSpPr>
        <p:spPr>
          <a:xfrm>
            <a:off x="1435608" y="205978"/>
            <a:ext cx="7498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body" idx="1"/>
          </p:nvPr>
        </p:nvSpPr>
        <p:spPr>
          <a:xfrm>
            <a:off x="1435608" y="1085850"/>
            <a:ext cx="7498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dt" idx="10"/>
          </p:nvPr>
        </p:nvSpPr>
        <p:spPr>
          <a:xfrm>
            <a:off x="3581400" y="4729163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ftr" idx="11"/>
          </p:nvPr>
        </p:nvSpPr>
        <p:spPr>
          <a:xfrm>
            <a:off x="5715000" y="4729163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8613648" y="4729163"/>
            <a:ext cx="457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JmPgWUd896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goals:</a:t>
            </a:r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300" dirty="0"/>
              <a:t>Use your knowledge of </a:t>
            </a:r>
            <a:r>
              <a:rPr lang="en" sz="2300" dirty="0">
                <a:solidFill>
                  <a:srgbClr val="CC0000"/>
                </a:solidFill>
              </a:rPr>
              <a:t>“comments”</a:t>
            </a:r>
            <a:r>
              <a:rPr lang="en" sz="2300" dirty="0"/>
              <a:t> and fraction visuals, as well as inserting photos, to create a final video that shows your solution to your fraction division problem.</a:t>
            </a:r>
            <a:endParaRPr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0" name="Google Shape;120;p27" descr="Full HD 1080p Countdown timer with finishing alarm&#10;&#10;If you enjoy or find useful then please like and subscribe :).&#10;&#10;&quot;“Enjoy life. There's plenty of time to be dead.”&#10;― Hans Christian Andersen&quot;" title="20 MINUTE - TIMER &amp; ALARM - Full HD - COUNTDOW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0" y="17145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goals:</a:t>
            </a:r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This is part of your final art integrated assessment for fraction division!</a:t>
            </a:r>
            <a:endParaRPr sz="23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300" dirty="0"/>
              <a:t>Be creative, diverse, and focused!</a:t>
            </a:r>
            <a:endParaRPr sz="23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43500" y="-64350"/>
            <a:ext cx="90570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your video:  As a team!</a:t>
            </a:r>
            <a:endParaRPr/>
          </a:p>
        </p:txBody>
      </p:sp>
      <p:graphicFrame>
        <p:nvGraphicFramePr>
          <p:cNvPr id="132" name="Google Shape;132;p29"/>
          <p:cNvGraphicFramePr/>
          <p:nvPr/>
        </p:nvGraphicFramePr>
        <p:xfrm>
          <a:off x="159575" y="548850"/>
          <a:ext cx="8703600" cy="4587120"/>
        </p:xfrm>
        <a:graphic>
          <a:graphicData uri="http://schemas.openxmlformats.org/drawingml/2006/table">
            <a:tbl>
              <a:tblPr>
                <a:noFill/>
                <a:tableStyleId>{6EAB22BA-8C5C-4452-A52E-357F295C5D48}</a:tableStyleId>
              </a:tblPr>
              <a:tblGrid>
                <a:gridCol w="19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Topic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Level 3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Level 4 -</a:t>
                      </a:r>
                      <a:r>
                        <a:rPr lang="en" sz="1500"/>
                        <a:t> Extra after level 3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Fraction visual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Show your diagram of your solution </a:t>
                      </a:r>
                      <a:endParaRPr sz="2300"/>
                    </a:p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Explain each part</a:t>
                      </a:r>
                      <a:endParaRPr sz="2300"/>
                    </a:p>
                  </a:txBody>
                  <a:tcPr marL="91425" marR="612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Show a different visual </a:t>
                      </a:r>
                      <a:endParaRPr sz="2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Equation explained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Include your equation</a:t>
                      </a:r>
                      <a:endParaRPr sz="2300"/>
                    </a:p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Explain each part in terms of the word problem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Show a different equation (Mr. van Dyck’s trick)</a:t>
                      </a:r>
                      <a:endParaRPr sz="2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Art integrated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Include 2 creative images/sentences</a:t>
                      </a:r>
                      <a:endParaRPr sz="2300"/>
                    </a:p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Organized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Include 4 creative images/sentences</a:t>
                      </a:r>
                      <a:endParaRPr sz="2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43500" y="88050"/>
            <a:ext cx="90570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your script: Silent Solo!</a:t>
            </a:r>
            <a:endParaRPr/>
          </a:p>
        </p:txBody>
      </p:sp>
      <p:graphicFrame>
        <p:nvGraphicFramePr>
          <p:cNvPr id="138" name="Google Shape;138;p30"/>
          <p:cNvGraphicFramePr/>
          <p:nvPr/>
        </p:nvGraphicFramePr>
        <p:xfrm>
          <a:off x="159575" y="701250"/>
          <a:ext cx="8703600" cy="3886080"/>
        </p:xfrm>
        <a:graphic>
          <a:graphicData uri="http://schemas.openxmlformats.org/drawingml/2006/table">
            <a:tbl>
              <a:tblPr>
                <a:noFill/>
                <a:tableStyleId>{6EAB22BA-8C5C-4452-A52E-357F295C5D48}</a:tableStyleId>
              </a:tblPr>
              <a:tblGrid>
                <a:gridCol w="19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Topic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Level 3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Level 4 -</a:t>
                      </a:r>
                      <a:r>
                        <a:rPr lang="en" sz="1500"/>
                        <a:t> Extra after level 3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Fraction visual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Explain each part</a:t>
                      </a:r>
                      <a:endParaRPr sz="2300"/>
                    </a:p>
                  </a:txBody>
                  <a:tcPr marL="91425" marR="612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Explain both visuals</a:t>
                      </a:r>
                      <a:endParaRPr sz="2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Equation explained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Explain each part in terms of the word problem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Explain other equation</a:t>
                      </a:r>
                      <a:endParaRPr sz="2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Art integrated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Creative, embellished sentences that make answers clear.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Extra creative and engaging ways to present video</a:t>
                      </a:r>
                      <a:endParaRPr sz="2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>
            <a:spLocks noGrp="1"/>
          </p:cNvSpPr>
          <p:nvPr>
            <p:ph type="title"/>
          </p:nvPr>
        </p:nvSpPr>
        <p:spPr>
          <a:xfrm>
            <a:off x="43500" y="88050"/>
            <a:ext cx="90570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swap!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Play your video with your script to your new group mates!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Pause the video if needed if your script is longer than the frames per second.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>
            <a:spLocks noGrp="1"/>
          </p:cNvSpPr>
          <p:nvPr>
            <p:ph type="title"/>
          </p:nvPr>
        </p:nvSpPr>
        <p:spPr>
          <a:xfrm>
            <a:off x="43500" y="88050"/>
            <a:ext cx="90570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Download and email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Email all videos that you want to include to your teacher.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236</Words>
  <Application>Microsoft Macintosh PowerPoint</Application>
  <PresentationFormat>On-screen Show (16:9)</PresentationFormat>
  <Paragraphs>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Source Code Pro</vt:lpstr>
      <vt:lpstr>Old Standard TT</vt:lpstr>
      <vt:lpstr>Amatic SC</vt:lpstr>
      <vt:lpstr>Arial</vt:lpstr>
      <vt:lpstr>Beach Day</vt:lpstr>
      <vt:lpstr>Paperback</vt:lpstr>
      <vt:lpstr>Coding goals:</vt:lpstr>
      <vt:lpstr>PowerPoint Presentation</vt:lpstr>
      <vt:lpstr>Coding goals:</vt:lpstr>
      <vt:lpstr>Creating your video:  As a team!</vt:lpstr>
      <vt:lpstr>Creating your script: Silent Solo!</vt:lpstr>
      <vt:lpstr>Group swap!  Play your video with your script to your new group mates!  Pause the video if needed if your script is longer than the frames per second.</vt:lpstr>
      <vt:lpstr>Download and email  Email all videos that you want to include to your teacher.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3</cp:revision>
  <dcterms:modified xsi:type="dcterms:W3CDTF">2026-08-20T20:34:16Z</dcterms:modified>
</cp:coreProperties>
</file>