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3"/>
  </p:notesMasterIdLst>
  <p:sldIdLst>
    <p:sldId id="256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embeddedFontLst>
    <p:embeddedFont>
      <p:font typeface="Nunito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90371-E13F-4CCC-84C0-C1E51ECE3C64}">
  <a:tblStyle styleId="{54190371-E13F-4CCC-84C0-C1E51ECE3C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7"/>
  </p:normalViewPr>
  <p:slideViewPr>
    <p:cSldViewPr snapToGrid="0">
      <p:cViewPr varScale="1">
        <p:scale>
          <a:sx n="197" d="100"/>
          <a:sy n="197" d="100"/>
        </p:scale>
        <p:origin x="25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b6cc548e4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b6cc548e4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Andre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Brooklyn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Isaac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Jessica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Angel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b7389a6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6b7389a6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b6cc548e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b6cc548e4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b6cc548e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b6cc548e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2a539aba6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c2a539aba6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2a539ab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c2a539ab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c2a539aba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c2a539aba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images and upload them the day before using jpg onto google classroom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2a539aba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2a539aba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c2a539aba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c2a539aba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c2a539aba6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c2a539aba6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4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23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www.youtube.com/watch?v=sO-p-wMr2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www.youtube.com/watch?v=sO-p-wMr2M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://www.youtube.com/watch?v=sO-p-wMr2MA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819150" y="3884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groups</a:t>
            </a:r>
            <a:endParaRPr/>
          </a:p>
        </p:txBody>
      </p:sp>
      <p:graphicFrame>
        <p:nvGraphicFramePr>
          <p:cNvPr id="174" name="Google Shape;174;p25"/>
          <p:cNvGraphicFramePr/>
          <p:nvPr>
            <p:extLst>
              <p:ext uri="{D42A27DB-BD31-4B8C-83A1-F6EECF244321}">
                <p14:modId xmlns:p14="http://schemas.microsoft.com/office/powerpoint/2010/main" val="1202544711"/>
              </p:ext>
            </p:extLst>
          </p:nvPr>
        </p:nvGraphicFramePr>
        <p:xfrm>
          <a:off x="170400" y="1297025"/>
          <a:ext cx="5121950" cy="2270700"/>
        </p:xfrm>
        <a:graphic>
          <a:graphicData uri="http://schemas.openxmlformats.org/drawingml/2006/table">
            <a:tbl>
              <a:tblPr>
                <a:noFill/>
                <a:tableStyleId>{54190371-E13F-4CCC-84C0-C1E51ECE3C64}</a:tableStyleId>
              </a:tblPr>
              <a:tblGrid>
                <a:gridCol w="512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dirty="0"/>
                        <a:t>Assign students into groups.</a:t>
                      </a:r>
                      <a:endParaRPr sz="25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1:</a:t>
                      </a:r>
                      <a:endParaRPr sz="2500" dirty="0"/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2:</a:t>
                      </a:r>
                      <a:endParaRPr sz="1800" dirty="0"/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3:</a:t>
                      </a:r>
                      <a:endParaRPr sz="2500" dirty="0"/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4:</a:t>
                      </a:r>
                      <a:endParaRPr sz="25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5" name="Google Shape;175;p25"/>
          <p:cNvSpPr txBox="1"/>
          <p:nvPr/>
        </p:nvSpPr>
        <p:spPr>
          <a:xfrm>
            <a:off x="5753600" y="642125"/>
            <a:ext cx="3100200" cy="3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514349" y="527830"/>
            <a:ext cx="7955199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Welcome to Coding week!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Apply school values to student work: (example given here)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Be determined.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Be diverse.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Show teamwork! = share the trackpad and the keyboard, everyone tries!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 respectful.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 on task.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514350" y="5408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Welcome to Coding week!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 leaders: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leader: “_____, what can you show us about this section?”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 students: “I want to add on” or ask “can I show them this part?”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285750" y="388400"/>
            <a:ext cx="84531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dirty="0"/>
              <a:t>Tasks to complete video:</a:t>
            </a:r>
            <a:br>
              <a:rPr lang="en" sz="3200" dirty="0"/>
            </a:br>
            <a:endParaRPr sz="3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3200" dirty="0"/>
              <a:t>Finish video pages: 1 hour. </a:t>
            </a:r>
            <a:br>
              <a:rPr lang="en" sz="3200" dirty="0"/>
            </a:br>
            <a:br>
              <a:rPr lang="en" sz="3200" dirty="0"/>
            </a:br>
            <a:r>
              <a:rPr lang="en" sz="3200" dirty="0"/>
              <a:t>Put pages together: 10 minutes.</a:t>
            </a:r>
            <a:endParaRPr sz="3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990"/>
              <a:buNone/>
            </a:pPr>
            <a:br>
              <a:rPr lang="en" sz="3200" dirty="0"/>
            </a:br>
            <a:r>
              <a:rPr lang="en" sz="3200" dirty="0"/>
              <a:t>Watch video and make final edits: 5 minutes.</a:t>
            </a:r>
            <a:endParaRPr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ctrTitle"/>
          </p:nvPr>
        </p:nvSpPr>
        <p:spPr>
          <a:xfrm>
            <a:off x="311708" y="439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creation</a:t>
            </a: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subTitle" idx="1"/>
          </p:nvPr>
        </p:nvSpPr>
        <p:spPr>
          <a:xfrm>
            <a:off x="311700" y="26055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780" dirty="0"/>
              <a:t>Complete all the assignments to make your team’s video - Tables, equations and graphs.</a:t>
            </a:r>
            <a:endParaRPr sz="2780" dirty="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780" dirty="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935"/>
              <a:buNone/>
            </a:pPr>
            <a:r>
              <a:rPr lang="en" sz="2780" dirty="0"/>
              <a:t>Use sentences to explain your understanding of the  math.</a:t>
            </a:r>
            <a:endParaRPr sz="2780" dirty="0"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157169"/>
            <a:ext cx="2571722" cy="11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 descr="This timer silently counts down to 0:00, then alerts you that time is up with a gentle beep sound." title="60 Minute Timer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0572" y="64125"/>
            <a:ext cx="2561022" cy="14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>
            <a:spLocks noGrp="1"/>
          </p:cNvSpPr>
          <p:nvPr>
            <p:ph type="ctrTitle"/>
          </p:nvPr>
        </p:nvSpPr>
        <p:spPr>
          <a:xfrm>
            <a:off x="311708" y="439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creation</a:t>
            </a:r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subTitle" idx="1"/>
          </p:nvPr>
        </p:nvSpPr>
        <p:spPr>
          <a:xfrm>
            <a:off x="311700" y="26055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2780" dirty="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" sz="2780" dirty="0"/>
              <a:t>Put pages together.</a:t>
            </a:r>
            <a:endParaRPr sz="2780" dirty="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780" dirty="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935"/>
              <a:buNone/>
            </a:pPr>
            <a:r>
              <a:rPr lang="en" sz="2780" dirty="0"/>
              <a:t>Create the race video with pictures.</a:t>
            </a:r>
            <a:endParaRPr sz="2780" dirty="0"/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157169"/>
            <a:ext cx="2571722" cy="11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3" descr="This timer silently counts down to 0:00, then alerts you that time is up with a gentle beep sound." title="60 Minute Timer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0572" y="64125"/>
            <a:ext cx="2561022" cy="14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>
            <a:spLocks noGrp="1"/>
          </p:cNvSpPr>
          <p:nvPr>
            <p:ph type="ctrTitle"/>
          </p:nvPr>
        </p:nvSpPr>
        <p:spPr>
          <a:xfrm>
            <a:off x="311708" y="439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Edits</a:t>
            </a:r>
            <a:endParaRPr/>
          </a:p>
        </p:txBody>
      </p:sp>
      <p:sp>
        <p:nvSpPr>
          <p:cNvPr id="229" name="Google Shape;229;p34"/>
          <p:cNvSpPr txBox="1">
            <a:spLocks noGrp="1"/>
          </p:cNvSpPr>
          <p:nvPr>
            <p:ph type="subTitle" idx="1"/>
          </p:nvPr>
        </p:nvSpPr>
        <p:spPr>
          <a:xfrm>
            <a:off x="311700" y="26055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2780" dirty="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935"/>
              <a:buNone/>
            </a:pPr>
            <a:r>
              <a:rPr lang="en" sz="2780" dirty="0"/>
              <a:t>Thank You </a:t>
            </a:r>
            <a:endParaRPr sz="2780" dirty="0"/>
          </a:p>
        </p:txBody>
      </p:sp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157169"/>
            <a:ext cx="2571722" cy="11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 descr="This timer silently counts down to 0:00, then alerts you that time is up with a gentle beep sound." title="60 Minute Timer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0572" y="64125"/>
            <a:ext cx="2561022" cy="14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37" name="Google Shape;237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36"/>
          <p:cNvGraphicFramePr/>
          <p:nvPr>
            <p:extLst>
              <p:ext uri="{D42A27DB-BD31-4B8C-83A1-F6EECF244321}">
                <p14:modId xmlns:p14="http://schemas.microsoft.com/office/powerpoint/2010/main" val="1974038716"/>
              </p:ext>
            </p:extLst>
          </p:nvPr>
        </p:nvGraphicFramePr>
        <p:xfrm>
          <a:off x="135600" y="1079679"/>
          <a:ext cx="8658000" cy="3596610"/>
        </p:xfrm>
        <a:graphic>
          <a:graphicData uri="http://schemas.openxmlformats.org/drawingml/2006/table">
            <a:tbl>
              <a:tblPr>
                <a:noFill/>
                <a:tableStyleId>{54190371-E13F-4CCC-84C0-C1E51ECE3C64}</a:tableStyleId>
              </a:tblPr>
              <a:tblGrid>
                <a:gridCol w="43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Things I did regarding coding:</a:t>
                      </a:r>
                      <a:endParaRPr sz="2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Things I learned </a:t>
                      </a:r>
                      <a:r>
                        <a:rPr lang="en" sz="2800"/>
                        <a:t>about Math:</a:t>
                      </a:r>
                      <a:endParaRPr sz="2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3" name="Google Shape;243;p36"/>
          <p:cNvSpPr txBox="1"/>
          <p:nvPr/>
        </p:nvSpPr>
        <p:spPr>
          <a:xfrm>
            <a:off x="76200" y="-76200"/>
            <a:ext cx="87174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</a:rPr>
              <a:t>Exit Ticket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</a:rPr>
              <a:t>Name:                                                 Date: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224</Words>
  <Application>Microsoft Macintosh PowerPoint</Application>
  <PresentationFormat>On-screen Show (16:9)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Nunito</vt:lpstr>
      <vt:lpstr>Calibri</vt:lpstr>
      <vt:lpstr>Simple Light</vt:lpstr>
      <vt:lpstr>Shift</vt:lpstr>
      <vt:lpstr>Coding groups</vt:lpstr>
      <vt:lpstr>Welcome to Coding week!   Apply school values to student work: (example given here) - Be determined.  - Be diverse.   Show teamwork! = share the trackpad and the keyboard, everyone tries! </vt:lpstr>
      <vt:lpstr>Be respectful.  Be on task.</vt:lpstr>
      <vt:lpstr>Welcome to Coding week!   Be leaders:  Group leader: “_____, what can you show us about this section?”  All students: “I want to add on” or ask “can I show them this part?”</vt:lpstr>
      <vt:lpstr>Tasks to complete video:  Finish video pages: 1 hour.   Put pages together: 10 minutes.  Watch video and make final edits: 5 minutes.</vt:lpstr>
      <vt:lpstr>Video creation</vt:lpstr>
      <vt:lpstr>Video creation</vt:lpstr>
      <vt:lpstr>Final Edits</vt:lpstr>
      <vt:lpstr>Thank you!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3</cp:revision>
  <dcterms:modified xsi:type="dcterms:W3CDTF">2026-07-22T17:49:19Z</dcterms:modified>
</cp:coreProperties>
</file>