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7"/>
  </p:notesMasterIdLst>
  <p:sldIdLst>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Nunito" pitchFamily="2" charset="77"/>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56AF1E-1AC6-443B-965F-4FF50F955797}">
  <a:tblStyle styleId="{9256AF1E-1AC6-443B-965F-4FF50F95579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01"/>
  </p:normalViewPr>
  <p:slideViewPr>
    <p:cSldViewPr snapToGrid="0">
      <p:cViewPr varScale="1">
        <p:scale>
          <a:sx n="197" d="100"/>
          <a:sy n="197" d="100"/>
        </p:scale>
        <p:origin x="256"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6b6cc548e4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6b6cc548e4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Andre</a:t>
            </a:r>
            <a:endParaRPr/>
          </a:p>
          <a:p>
            <a:pPr marL="457200" lvl="0" indent="0" algn="l" rtl="0">
              <a:spcBef>
                <a:spcPts val="0"/>
              </a:spcBef>
              <a:spcAft>
                <a:spcPts val="0"/>
              </a:spcAft>
              <a:buNone/>
            </a:pPr>
            <a:endParaRPr/>
          </a:p>
          <a:p>
            <a:pPr marL="457200" lvl="0" indent="-298450" algn="l" rtl="0">
              <a:spcBef>
                <a:spcPts val="0"/>
              </a:spcBef>
              <a:spcAft>
                <a:spcPts val="0"/>
              </a:spcAft>
              <a:buSzPts val="1100"/>
              <a:buAutoNum type="arabicPeriod"/>
            </a:pPr>
            <a:r>
              <a:rPr lang="en"/>
              <a:t>Brooklyn</a:t>
            </a:r>
            <a:endParaRPr/>
          </a:p>
          <a:p>
            <a:pPr marL="457200" lvl="0" indent="-298450" algn="l" rtl="0">
              <a:spcBef>
                <a:spcPts val="0"/>
              </a:spcBef>
              <a:spcAft>
                <a:spcPts val="0"/>
              </a:spcAft>
              <a:buSzPts val="1100"/>
              <a:buAutoNum type="arabicPeriod"/>
            </a:pPr>
            <a:r>
              <a:rPr lang="en"/>
              <a:t>Isaac</a:t>
            </a:r>
            <a:endParaRPr/>
          </a:p>
          <a:p>
            <a:pPr marL="457200" lvl="0" indent="-298450" algn="l" rtl="0">
              <a:spcBef>
                <a:spcPts val="0"/>
              </a:spcBef>
              <a:spcAft>
                <a:spcPts val="0"/>
              </a:spcAft>
              <a:buSzPts val="1100"/>
              <a:buAutoNum type="arabicPeriod"/>
            </a:pPr>
            <a:r>
              <a:rPr lang="en"/>
              <a:t>Jessica</a:t>
            </a:r>
            <a:endParaRPr/>
          </a:p>
          <a:p>
            <a:pPr marL="457200" lvl="0" indent="-298450" algn="l" rtl="0">
              <a:spcBef>
                <a:spcPts val="0"/>
              </a:spcBef>
              <a:spcAft>
                <a:spcPts val="0"/>
              </a:spcAft>
              <a:buSzPts val="1100"/>
              <a:buAutoNum type="arabicPeriod"/>
            </a:pPr>
            <a:r>
              <a:rPr lang="en"/>
              <a:t>Angel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6b7389a6a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6b7389a6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6b6cc548e4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6b6cc548e4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6b6cc548e4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6b6cc548e4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a97abd169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a97abd169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6b7389a6a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6b7389a6a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6b7389a6a5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6b7389a6a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6b7389a6a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6b7389a6a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6b7389a6a5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6b7389a6a5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6b7389a6a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6b7389a6a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6b7389a6a5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6b7389a6a5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6b7389a6a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6b7389a6a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6b7389a6a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6b7389a6a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54"/>
        <p:cNvGrpSpPr/>
        <p:nvPr/>
      </p:nvGrpSpPr>
      <p:grpSpPr>
        <a:xfrm>
          <a:off x="0" y="0"/>
          <a:ext cx="0" cy="0"/>
          <a:chOff x="0" y="0"/>
          <a:chExt cx="0" cy="0"/>
        </a:xfrm>
      </p:grpSpPr>
      <p:sp>
        <p:nvSpPr>
          <p:cNvPr id="55" name="Google Shape;55;p14"/>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4"/>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 name="Google Shape;59;p14"/>
          <p:cNvGrpSpPr/>
          <p:nvPr/>
        </p:nvGrpSpPr>
        <p:grpSpPr>
          <a:xfrm>
            <a:off x="255200" y="592"/>
            <a:ext cx="2250363" cy="1044300"/>
            <a:chOff x="255200" y="592"/>
            <a:chExt cx="2250363" cy="1044300"/>
          </a:xfrm>
        </p:grpSpPr>
        <p:sp>
          <p:nvSpPr>
            <p:cNvPr id="60" name="Google Shape;60;p14"/>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4"/>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4"/>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14"/>
          <p:cNvGrpSpPr/>
          <p:nvPr/>
        </p:nvGrpSpPr>
        <p:grpSpPr>
          <a:xfrm>
            <a:off x="905395" y="592"/>
            <a:ext cx="2250363" cy="1044300"/>
            <a:chOff x="905395" y="592"/>
            <a:chExt cx="2250363" cy="1044300"/>
          </a:xfrm>
        </p:grpSpPr>
        <p:sp>
          <p:nvSpPr>
            <p:cNvPr id="64" name="Google Shape;64;p14"/>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4"/>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4"/>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14"/>
          <p:cNvGrpSpPr/>
          <p:nvPr/>
        </p:nvGrpSpPr>
        <p:grpSpPr>
          <a:xfrm>
            <a:off x="7057468" y="5088"/>
            <a:ext cx="1851282" cy="752108"/>
            <a:chOff x="6917201" y="0"/>
            <a:chExt cx="2227777" cy="863400"/>
          </a:xfrm>
        </p:grpSpPr>
        <p:sp>
          <p:nvSpPr>
            <p:cNvPr id="68" name="Google Shape;68;p14"/>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4"/>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14"/>
          <p:cNvGrpSpPr/>
          <p:nvPr/>
        </p:nvGrpSpPr>
        <p:grpSpPr>
          <a:xfrm>
            <a:off x="6553032" y="4217852"/>
            <a:ext cx="2389068" cy="925737"/>
            <a:chOff x="6917201" y="0"/>
            <a:chExt cx="2227777" cy="863400"/>
          </a:xfrm>
        </p:grpSpPr>
        <p:sp>
          <p:nvSpPr>
            <p:cNvPr id="72" name="Google Shape;72;p14"/>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4"/>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4"/>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14"/>
          <p:cNvGrpSpPr/>
          <p:nvPr/>
        </p:nvGrpSpPr>
        <p:grpSpPr>
          <a:xfrm>
            <a:off x="199149" y="4055652"/>
            <a:ext cx="2795414" cy="1083308"/>
            <a:chOff x="6917201" y="0"/>
            <a:chExt cx="2227777" cy="863400"/>
          </a:xfrm>
        </p:grpSpPr>
        <p:sp>
          <p:nvSpPr>
            <p:cNvPr id="76" name="Google Shape;76;p14"/>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4"/>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4"/>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14"/>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800"/>
              <a:buNone/>
              <a:defRPr sz="38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0" name="Google Shape;80;p14"/>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1600"/>
              <a:buNone/>
              <a:defRPr sz="16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81" name="Google Shape;81;p1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82"/>
        <p:cNvGrpSpPr/>
        <p:nvPr/>
      </p:nvGrpSpPr>
      <p:grpSpPr>
        <a:xfrm>
          <a:off x="0" y="0"/>
          <a:ext cx="0" cy="0"/>
          <a:chOff x="0" y="0"/>
          <a:chExt cx="0" cy="0"/>
        </a:xfrm>
      </p:grpSpPr>
      <p:sp>
        <p:nvSpPr>
          <p:cNvPr id="83" name="Google Shape;83;p15"/>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 name="Google Shape;84;p15"/>
          <p:cNvGrpSpPr/>
          <p:nvPr/>
        </p:nvGrpSpPr>
        <p:grpSpPr>
          <a:xfrm>
            <a:off x="5594191" y="3961115"/>
            <a:ext cx="2910145" cy="1182340"/>
            <a:chOff x="6917201" y="0"/>
            <a:chExt cx="2227777" cy="863400"/>
          </a:xfrm>
        </p:grpSpPr>
        <p:sp>
          <p:nvSpPr>
            <p:cNvPr id="85" name="Google Shape;85;p15"/>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88;p15"/>
          <p:cNvGrpSpPr/>
          <p:nvPr/>
        </p:nvGrpSpPr>
        <p:grpSpPr>
          <a:xfrm>
            <a:off x="199149" y="2"/>
            <a:ext cx="2795414" cy="1083308"/>
            <a:chOff x="6917201" y="0"/>
            <a:chExt cx="2227777" cy="863400"/>
          </a:xfrm>
        </p:grpSpPr>
        <p:sp>
          <p:nvSpPr>
            <p:cNvPr id="89" name="Google Shape;89;p15"/>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15"/>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dk2"/>
              </a:buClr>
              <a:buSzPts val="3200"/>
              <a:buNone/>
              <a:defRPr sz="3200">
                <a:solidFill>
                  <a:schemeClr val="dk2"/>
                </a:solidFill>
              </a:defRPr>
            </a:lvl1pPr>
            <a:lvl2pPr lvl="1" algn="ctr" rtl="0">
              <a:spcBef>
                <a:spcPts val="0"/>
              </a:spcBef>
              <a:spcAft>
                <a:spcPts val="0"/>
              </a:spcAft>
              <a:buClr>
                <a:schemeClr val="dk2"/>
              </a:buClr>
              <a:buSzPts val="3200"/>
              <a:buNone/>
              <a:defRPr sz="3200">
                <a:solidFill>
                  <a:schemeClr val="dk2"/>
                </a:solidFill>
              </a:defRPr>
            </a:lvl2pPr>
            <a:lvl3pPr lvl="2" algn="ctr" rtl="0">
              <a:spcBef>
                <a:spcPts val="0"/>
              </a:spcBef>
              <a:spcAft>
                <a:spcPts val="0"/>
              </a:spcAft>
              <a:buClr>
                <a:schemeClr val="dk2"/>
              </a:buClr>
              <a:buSzPts val="3200"/>
              <a:buNone/>
              <a:defRPr sz="3200">
                <a:solidFill>
                  <a:schemeClr val="dk2"/>
                </a:solidFill>
              </a:defRPr>
            </a:lvl3pPr>
            <a:lvl4pPr lvl="3" algn="ctr" rtl="0">
              <a:spcBef>
                <a:spcPts val="0"/>
              </a:spcBef>
              <a:spcAft>
                <a:spcPts val="0"/>
              </a:spcAft>
              <a:buClr>
                <a:schemeClr val="dk2"/>
              </a:buClr>
              <a:buSzPts val="3200"/>
              <a:buNone/>
              <a:defRPr sz="3200">
                <a:solidFill>
                  <a:schemeClr val="dk2"/>
                </a:solidFill>
              </a:defRPr>
            </a:lvl4pPr>
            <a:lvl5pPr lvl="4" algn="ctr" rtl="0">
              <a:spcBef>
                <a:spcPts val="0"/>
              </a:spcBef>
              <a:spcAft>
                <a:spcPts val="0"/>
              </a:spcAft>
              <a:buClr>
                <a:schemeClr val="dk2"/>
              </a:buClr>
              <a:buSzPts val="3200"/>
              <a:buNone/>
              <a:defRPr sz="3200">
                <a:solidFill>
                  <a:schemeClr val="dk2"/>
                </a:solidFill>
              </a:defRPr>
            </a:lvl5pPr>
            <a:lvl6pPr lvl="5" algn="ctr" rtl="0">
              <a:spcBef>
                <a:spcPts val="0"/>
              </a:spcBef>
              <a:spcAft>
                <a:spcPts val="0"/>
              </a:spcAft>
              <a:buClr>
                <a:schemeClr val="dk2"/>
              </a:buClr>
              <a:buSzPts val="3200"/>
              <a:buNone/>
              <a:defRPr sz="3200">
                <a:solidFill>
                  <a:schemeClr val="dk2"/>
                </a:solidFill>
              </a:defRPr>
            </a:lvl6pPr>
            <a:lvl7pPr lvl="6" algn="ctr" rtl="0">
              <a:spcBef>
                <a:spcPts val="0"/>
              </a:spcBef>
              <a:spcAft>
                <a:spcPts val="0"/>
              </a:spcAft>
              <a:buClr>
                <a:schemeClr val="dk2"/>
              </a:buClr>
              <a:buSzPts val="3200"/>
              <a:buNone/>
              <a:defRPr sz="3200">
                <a:solidFill>
                  <a:schemeClr val="dk2"/>
                </a:solidFill>
              </a:defRPr>
            </a:lvl7pPr>
            <a:lvl8pPr lvl="7" algn="ctr" rtl="0">
              <a:spcBef>
                <a:spcPts val="0"/>
              </a:spcBef>
              <a:spcAft>
                <a:spcPts val="0"/>
              </a:spcAft>
              <a:buClr>
                <a:schemeClr val="dk2"/>
              </a:buClr>
              <a:buSzPts val="3200"/>
              <a:buNone/>
              <a:defRPr sz="3200">
                <a:solidFill>
                  <a:schemeClr val="dk2"/>
                </a:solidFill>
              </a:defRPr>
            </a:lvl8pPr>
            <a:lvl9pPr lvl="8" algn="ctr" rtl="0">
              <a:spcBef>
                <a:spcPts val="0"/>
              </a:spcBef>
              <a:spcAft>
                <a:spcPts val="0"/>
              </a:spcAft>
              <a:buClr>
                <a:schemeClr val="dk2"/>
              </a:buClr>
              <a:buSzPts val="3200"/>
              <a:buNone/>
              <a:defRPr sz="3200">
                <a:solidFill>
                  <a:schemeClr val="dk2"/>
                </a:solidFill>
              </a:defRPr>
            </a:lvl9pPr>
          </a:lstStyle>
          <a:p>
            <a:endParaRPr/>
          </a:p>
        </p:txBody>
      </p:sp>
      <p:sp>
        <p:nvSpPr>
          <p:cNvPr id="93" name="Google Shape;93;p1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94"/>
        <p:cNvGrpSpPr/>
        <p:nvPr/>
      </p:nvGrpSpPr>
      <p:grpSpPr>
        <a:xfrm>
          <a:off x="0" y="0"/>
          <a:ext cx="0" cy="0"/>
          <a:chOff x="0" y="0"/>
          <a:chExt cx="0" cy="0"/>
        </a:xfrm>
      </p:grpSpPr>
      <p:sp>
        <p:nvSpPr>
          <p:cNvPr id="95" name="Google Shape;95;p1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99" name="Google Shape;99;p16"/>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00" name="Google Shape;100;p1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101"/>
        <p:cNvGrpSpPr/>
        <p:nvPr/>
      </p:nvGrpSpPr>
      <p:grpSpPr>
        <a:xfrm>
          <a:off x="0" y="0"/>
          <a:ext cx="0" cy="0"/>
          <a:chOff x="0" y="0"/>
          <a:chExt cx="0" cy="0"/>
        </a:xfrm>
      </p:grpSpPr>
      <p:sp>
        <p:nvSpPr>
          <p:cNvPr id="102" name="Google Shape;102;p1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7"/>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7"/>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06" name="Google Shape;106;p17"/>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07" name="Google Shape;107;p17"/>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08" name="Google Shape;108;p1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109"/>
        <p:cNvGrpSpPr/>
        <p:nvPr/>
      </p:nvGrpSpPr>
      <p:grpSpPr>
        <a:xfrm>
          <a:off x="0" y="0"/>
          <a:ext cx="0" cy="0"/>
          <a:chOff x="0" y="0"/>
          <a:chExt cx="0" cy="0"/>
        </a:xfrm>
      </p:grpSpPr>
      <p:sp>
        <p:nvSpPr>
          <p:cNvPr id="110" name="Google Shape;110;p18"/>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8"/>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8"/>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14" name="Google Shape;114;p1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115"/>
        <p:cNvGrpSpPr/>
        <p:nvPr/>
      </p:nvGrpSpPr>
      <p:grpSpPr>
        <a:xfrm>
          <a:off x="0" y="0"/>
          <a:ext cx="0" cy="0"/>
          <a:chOff x="0" y="0"/>
          <a:chExt cx="0" cy="0"/>
        </a:xfrm>
      </p:grpSpPr>
      <p:sp>
        <p:nvSpPr>
          <p:cNvPr id="116" name="Google Shape;116;p1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9"/>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9"/>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20" name="Google Shape;120;p19"/>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21" name="Google Shape;121;p1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122"/>
        <p:cNvGrpSpPr/>
        <p:nvPr/>
      </p:nvGrpSpPr>
      <p:grpSpPr>
        <a:xfrm>
          <a:off x="0" y="0"/>
          <a:ext cx="0" cy="0"/>
          <a:chOff x="0" y="0"/>
          <a:chExt cx="0" cy="0"/>
        </a:xfrm>
      </p:grpSpPr>
      <p:sp>
        <p:nvSpPr>
          <p:cNvPr id="123" name="Google Shape;123;p20"/>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0"/>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 name="Google Shape;125;p20"/>
          <p:cNvGrpSpPr/>
          <p:nvPr/>
        </p:nvGrpSpPr>
        <p:grpSpPr>
          <a:xfrm>
            <a:off x="255991" y="-118"/>
            <a:ext cx="2251347" cy="1043408"/>
            <a:chOff x="3961956" y="4383950"/>
            <a:chExt cx="1160548" cy="548700"/>
          </a:xfrm>
        </p:grpSpPr>
        <p:sp>
          <p:nvSpPr>
            <p:cNvPr id="126" name="Google Shape;126;p20"/>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0"/>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0"/>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2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 name="Google Shape;130;p20"/>
          <p:cNvGrpSpPr/>
          <p:nvPr/>
        </p:nvGrpSpPr>
        <p:grpSpPr>
          <a:xfrm>
            <a:off x="34934" y="4522125"/>
            <a:ext cx="1593306" cy="617072"/>
            <a:chOff x="6917201" y="0"/>
            <a:chExt cx="2227777" cy="863400"/>
          </a:xfrm>
        </p:grpSpPr>
        <p:sp>
          <p:nvSpPr>
            <p:cNvPr id="131" name="Google Shape;131;p20"/>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0"/>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0"/>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 name="Google Shape;134;p20"/>
          <p:cNvGrpSpPr/>
          <p:nvPr/>
        </p:nvGrpSpPr>
        <p:grpSpPr>
          <a:xfrm>
            <a:off x="5886353" y="1243"/>
            <a:ext cx="3257455" cy="1261514"/>
            <a:chOff x="6917201" y="0"/>
            <a:chExt cx="2227777" cy="863400"/>
          </a:xfrm>
        </p:grpSpPr>
        <p:sp>
          <p:nvSpPr>
            <p:cNvPr id="135" name="Google Shape;135;p20"/>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0"/>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0"/>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20"/>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200"/>
              <a:buNone/>
              <a:defRPr sz="3200"/>
            </a:lvl1pPr>
            <a:lvl2pPr lvl="1" algn="ctr" rtl="0">
              <a:spcBef>
                <a:spcPts val="0"/>
              </a:spcBef>
              <a:spcAft>
                <a:spcPts val="0"/>
              </a:spcAft>
              <a:buSzPts val="3200"/>
              <a:buNone/>
              <a:defRPr sz="3200"/>
            </a:lvl2pPr>
            <a:lvl3pPr lvl="2" algn="ctr" rtl="0">
              <a:spcBef>
                <a:spcPts val="0"/>
              </a:spcBef>
              <a:spcAft>
                <a:spcPts val="0"/>
              </a:spcAft>
              <a:buSzPts val="3200"/>
              <a:buNone/>
              <a:defRPr sz="3200"/>
            </a:lvl3pPr>
            <a:lvl4pPr lvl="3" algn="ctr" rtl="0">
              <a:spcBef>
                <a:spcPts val="0"/>
              </a:spcBef>
              <a:spcAft>
                <a:spcPts val="0"/>
              </a:spcAft>
              <a:buSzPts val="3200"/>
              <a:buNone/>
              <a:defRPr sz="3200"/>
            </a:lvl4pPr>
            <a:lvl5pPr lvl="4" algn="ctr" rtl="0">
              <a:spcBef>
                <a:spcPts val="0"/>
              </a:spcBef>
              <a:spcAft>
                <a:spcPts val="0"/>
              </a:spcAft>
              <a:buSzPts val="3200"/>
              <a:buNone/>
              <a:defRPr sz="3200"/>
            </a:lvl5pPr>
            <a:lvl6pPr lvl="5" algn="ctr" rtl="0">
              <a:spcBef>
                <a:spcPts val="0"/>
              </a:spcBef>
              <a:spcAft>
                <a:spcPts val="0"/>
              </a:spcAft>
              <a:buSzPts val="3200"/>
              <a:buNone/>
              <a:defRPr sz="3200"/>
            </a:lvl6pPr>
            <a:lvl7pPr lvl="6" algn="ctr" rtl="0">
              <a:spcBef>
                <a:spcPts val="0"/>
              </a:spcBef>
              <a:spcAft>
                <a:spcPts val="0"/>
              </a:spcAft>
              <a:buSzPts val="3200"/>
              <a:buNone/>
              <a:defRPr sz="3200"/>
            </a:lvl7pPr>
            <a:lvl8pPr lvl="7" algn="ctr" rtl="0">
              <a:spcBef>
                <a:spcPts val="0"/>
              </a:spcBef>
              <a:spcAft>
                <a:spcPts val="0"/>
              </a:spcAft>
              <a:buSzPts val="3200"/>
              <a:buNone/>
              <a:defRPr sz="3200"/>
            </a:lvl8pPr>
            <a:lvl9pPr lvl="8" algn="ctr" rtl="0">
              <a:spcBef>
                <a:spcPts val="0"/>
              </a:spcBef>
              <a:spcAft>
                <a:spcPts val="0"/>
              </a:spcAft>
              <a:buSzPts val="3200"/>
              <a:buNone/>
              <a:defRPr sz="3200"/>
            </a:lvl9pPr>
          </a:lstStyle>
          <a:p>
            <a:endParaRPr/>
          </a:p>
        </p:txBody>
      </p:sp>
      <p:sp>
        <p:nvSpPr>
          <p:cNvPr id="139" name="Google Shape;139;p2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140"/>
        <p:cNvGrpSpPr/>
        <p:nvPr/>
      </p:nvGrpSpPr>
      <p:grpSpPr>
        <a:xfrm>
          <a:off x="0" y="0"/>
          <a:ext cx="0" cy="0"/>
          <a:chOff x="0" y="0"/>
          <a:chExt cx="0" cy="0"/>
        </a:xfrm>
      </p:grpSpPr>
      <p:sp>
        <p:nvSpPr>
          <p:cNvPr id="141" name="Google Shape;141;p21"/>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1"/>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1"/>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1"/>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45" name="Google Shape;145;p21"/>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46" name="Google Shape;146;p21"/>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rtl="0">
              <a:spcBef>
                <a:spcPts val="0"/>
              </a:spcBef>
              <a:spcAft>
                <a:spcPts val="0"/>
              </a:spcAft>
              <a:buSzPts val="1300"/>
              <a:buChar char="●"/>
              <a:defRPr/>
            </a:lvl1pPr>
            <a:lvl2pPr marL="914400" lvl="1" indent="-298450" rtl="0">
              <a:spcBef>
                <a:spcPts val="0"/>
              </a:spcBef>
              <a:spcAft>
                <a:spcPts val="0"/>
              </a:spcAft>
              <a:buSzPts val="1100"/>
              <a:buChar char="○"/>
              <a:defRPr/>
            </a:lvl2pPr>
            <a:lvl3pPr marL="1371600" lvl="2" indent="-298450" rtl="0">
              <a:spcBef>
                <a:spcPts val="0"/>
              </a:spcBef>
              <a:spcAft>
                <a:spcPts val="0"/>
              </a:spcAft>
              <a:buSzPts val="1100"/>
              <a:buChar char="■"/>
              <a:defRPr/>
            </a:lvl3pPr>
            <a:lvl4pPr marL="1828800" lvl="3" indent="-298450" rtl="0">
              <a:spcBef>
                <a:spcPts val="0"/>
              </a:spcBef>
              <a:spcAft>
                <a:spcPts val="0"/>
              </a:spcAft>
              <a:buSzPts val="1100"/>
              <a:buChar char="●"/>
              <a:defRPr/>
            </a:lvl4pPr>
            <a:lvl5pPr marL="2286000" lvl="4" indent="-298450" rtl="0">
              <a:spcBef>
                <a:spcPts val="0"/>
              </a:spcBef>
              <a:spcAft>
                <a:spcPts val="0"/>
              </a:spcAft>
              <a:buSzPts val="1100"/>
              <a:buChar char="○"/>
              <a:defRPr/>
            </a:lvl5pPr>
            <a:lvl6pPr marL="2743200" lvl="5" indent="-298450" rtl="0">
              <a:spcBef>
                <a:spcPts val="0"/>
              </a:spcBef>
              <a:spcAft>
                <a:spcPts val="0"/>
              </a:spcAft>
              <a:buSzPts val="1100"/>
              <a:buChar char="■"/>
              <a:defRPr/>
            </a:lvl6pPr>
            <a:lvl7pPr marL="3200400" lvl="6" indent="-298450" rtl="0">
              <a:spcBef>
                <a:spcPts val="0"/>
              </a:spcBef>
              <a:spcAft>
                <a:spcPts val="0"/>
              </a:spcAft>
              <a:buSzPts val="1100"/>
              <a:buChar char="●"/>
              <a:defRPr/>
            </a:lvl7pPr>
            <a:lvl8pPr marL="3657600" lvl="7" indent="-298450" rtl="0">
              <a:spcBef>
                <a:spcPts val="0"/>
              </a:spcBef>
              <a:spcAft>
                <a:spcPts val="0"/>
              </a:spcAft>
              <a:buSzPts val="1100"/>
              <a:buChar char="○"/>
              <a:defRPr/>
            </a:lvl8pPr>
            <a:lvl9pPr marL="4114800" lvl="8" indent="-298450" rtl="0">
              <a:spcBef>
                <a:spcPts val="0"/>
              </a:spcBef>
              <a:spcAft>
                <a:spcPts val="0"/>
              </a:spcAft>
              <a:buSzPts val="1100"/>
              <a:buChar char="■"/>
              <a:defRPr/>
            </a:lvl9pPr>
          </a:lstStyle>
          <a:p>
            <a:endParaRPr/>
          </a:p>
        </p:txBody>
      </p:sp>
      <p:sp>
        <p:nvSpPr>
          <p:cNvPr id="147" name="Google Shape;147;p2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48"/>
        <p:cNvGrpSpPr/>
        <p:nvPr/>
      </p:nvGrpSpPr>
      <p:grpSpPr>
        <a:xfrm>
          <a:off x="0" y="0"/>
          <a:ext cx="0" cy="0"/>
          <a:chOff x="0" y="0"/>
          <a:chExt cx="0" cy="0"/>
        </a:xfrm>
      </p:grpSpPr>
      <p:sp>
        <p:nvSpPr>
          <p:cNvPr id="149" name="Google Shape;149;p22"/>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2"/>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2"/>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2"/>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rtl="0">
              <a:lnSpc>
                <a:spcPct val="100000"/>
              </a:lnSpc>
              <a:spcBef>
                <a:spcPts val="0"/>
              </a:spcBef>
              <a:spcAft>
                <a:spcPts val="0"/>
              </a:spcAft>
              <a:buSzPts val="1300"/>
              <a:buNone/>
              <a:defRPr/>
            </a:lvl1pPr>
          </a:lstStyle>
          <a:p>
            <a:endParaRPr/>
          </a:p>
        </p:txBody>
      </p:sp>
      <p:sp>
        <p:nvSpPr>
          <p:cNvPr id="153" name="Google Shape;153;p2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54"/>
        <p:cNvGrpSpPr/>
        <p:nvPr/>
      </p:nvGrpSpPr>
      <p:grpSpPr>
        <a:xfrm>
          <a:off x="0" y="0"/>
          <a:ext cx="0" cy="0"/>
          <a:chOff x="0" y="0"/>
          <a:chExt cx="0" cy="0"/>
        </a:xfrm>
      </p:grpSpPr>
      <p:sp>
        <p:nvSpPr>
          <p:cNvPr id="155" name="Google Shape;155;p23"/>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23"/>
          <p:cNvGrpSpPr/>
          <p:nvPr/>
        </p:nvGrpSpPr>
        <p:grpSpPr>
          <a:xfrm>
            <a:off x="5959222" y="4119576"/>
            <a:ext cx="2520952" cy="1024165"/>
            <a:chOff x="6917201" y="0"/>
            <a:chExt cx="2227777" cy="863400"/>
          </a:xfrm>
        </p:grpSpPr>
        <p:sp>
          <p:nvSpPr>
            <p:cNvPr id="157" name="Google Shape;157;p2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 name="Google Shape;160;p23"/>
          <p:cNvGrpSpPr/>
          <p:nvPr/>
        </p:nvGrpSpPr>
        <p:grpSpPr>
          <a:xfrm>
            <a:off x="199149" y="2"/>
            <a:ext cx="2795414" cy="1083308"/>
            <a:chOff x="6917201" y="0"/>
            <a:chExt cx="2227777" cy="863400"/>
          </a:xfrm>
        </p:grpSpPr>
        <p:sp>
          <p:nvSpPr>
            <p:cNvPr id="161" name="Google Shape;161;p2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 name="Google Shape;164;p23"/>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dk2"/>
              </a:buClr>
              <a:buSzPts val="8600"/>
              <a:buNone/>
              <a:defRPr sz="8600">
                <a:solidFill>
                  <a:schemeClr val="dk2"/>
                </a:solidFill>
              </a:defRPr>
            </a:lvl1pPr>
            <a:lvl2pPr lvl="1" algn="ctr" rtl="0">
              <a:spcBef>
                <a:spcPts val="0"/>
              </a:spcBef>
              <a:spcAft>
                <a:spcPts val="0"/>
              </a:spcAft>
              <a:buClr>
                <a:schemeClr val="dk2"/>
              </a:buClr>
              <a:buSzPts val="8600"/>
              <a:buNone/>
              <a:defRPr sz="8600">
                <a:solidFill>
                  <a:schemeClr val="dk2"/>
                </a:solidFill>
              </a:defRPr>
            </a:lvl2pPr>
            <a:lvl3pPr lvl="2" algn="ctr" rtl="0">
              <a:spcBef>
                <a:spcPts val="0"/>
              </a:spcBef>
              <a:spcAft>
                <a:spcPts val="0"/>
              </a:spcAft>
              <a:buClr>
                <a:schemeClr val="dk2"/>
              </a:buClr>
              <a:buSzPts val="8600"/>
              <a:buNone/>
              <a:defRPr sz="8600">
                <a:solidFill>
                  <a:schemeClr val="dk2"/>
                </a:solidFill>
              </a:defRPr>
            </a:lvl3pPr>
            <a:lvl4pPr lvl="3" algn="ctr" rtl="0">
              <a:spcBef>
                <a:spcPts val="0"/>
              </a:spcBef>
              <a:spcAft>
                <a:spcPts val="0"/>
              </a:spcAft>
              <a:buClr>
                <a:schemeClr val="dk2"/>
              </a:buClr>
              <a:buSzPts val="8600"/>
              <a:buNone/>
              <a:defRPr sz="8600">
                <a:solidFill>
                  <a:schemeClr val="dk2"/>
                </a:solidFill>
              </a:defRPr>
            </a:lvl4pPr>
            <a:lvl5pPr lvl="4" algn="ctr" rtl="0">
              <a:spcBef>
                <a:spcPts val="0"/>
              </a:spcBef>
              <a:spcAft>
                <a:spcPts val="0"/>
              </a:spcAft>
              <a:buClr>
                <a:schemeClr val="dk2"/>
              </a:buClr>
              <a:buSzPts val="8600"/>
              <a:buNone/>
              <a:defRPr sz="8600">
                <a:solidFill>
                  <a:schemeClr val="dk2"/>
                </a:solidFill>
              </a:defRPr>
            </a:lvl5pPr>
            <a:lvl6pPr lvl="5" algn="ctr" rtl="0">
              <a:spcBef>
                <a:spcPts val="0"/>
              </a:spcBef>
              <a:spcAft>
                <a:spcPts val="0"/>
              </a:spcAft>
              <a:buClr>
                <a:schemeClr val="dk2"/>
              </a:buClr>
              <a:buSzPts val="8600"/>
              <a:buNone/>
              <a:defRPr sz="8600">
                <a:solidFill>
                  <a:schemeClr val="dk2"/>
                </a:solidFill>
              </a:defRPr>
            </a:lvl6pPr>
            <a:lvl7pPr lvl="6" algn="ctr" rtl="0">
              <a:spcBef>
                <a:spcPts val="0"/>
              </a:spcBef>
              <a:spcAft>
                <a:spcPts val="0"/>
              </a:spcAft>
              <a:buClr>
                <a:schemeClr val="dk2"/>
              </a:buClr>
              <a:buSzPts val="8600"/>
              <a:buNone/>
              <a:defRPr sz="8600">
                <a:solidFill>
                  <a:schemeClr val="dk2"/>
                </a:solidFill>
              </a:defRPr>
            </a:lvl7pPr>
            <a:lvl8pPr lvl="7" algn="ctr" rtl="0">
              <a:spcBef>
                <a:spcPts val="0"/>
              </a:spcBef>
              <a:spcAft>
                <a:spcPts val="0"/>
              </a:spcAft>
              <a:buClr>
                <a:schemeClr val="dk2"/>
              </a:buClr>
              <a:buSzPts val="8600"/>
              <a:buNone/>
              <a:defRPr sz="8600">
                <a:solidFill>
                  <a:schemeClr val="dk2"/>
                </a:solidFill>
              </a:defRPr>
            </a:lvl8pPr>
            <a:lvl9pPr lvl="8" algn="ctr" rtl="0">
              <a:spcBef>
                <a:spcPts val="0"/>
              </a:spcBef>
              <a:spcAft>
                <a:spcPts val="0"/>
              </a:spcAft>
              <a:buClr>
                <a:schemeClr val="dk2"/>
              </a:buClr>
              <a:buSzPts val="8600"/>
              <a:buNone/>
              <a:defRPr sz="8600">
                <a:solidFill>
                  <a:schemeClr val="dk2"/>
                </a:solidFill>
              </a:defRPr>
            </a:lvl9pPr>
          </a:lstStyle>
          <a:p>
            <a:r>
              <a:t>xx%</a:t>
            </a:r>
          </a:p>
        </p:txBody>
      </p:sp>
      <p:sp>
        <p:nvSpPr>
          <p:cNvPr id="165" name="Google Shape;165;p23"/>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rtl="0">
              <a:spcBef>
                <a:spcPts val="0"/>
              </a:spcBef>
              <a:spcAft>
                <a:spcPts val="0"/>
              </a:spcAft>
              <a:buSzPts val="1300"/>
              <a:buChar char="●"/>
              <a:defRPr/>
            </a:lvl1pPr>
            <a:lvl2pPr marL="914400" lvl="1" indent="-298450" algn="ctr" rtl="0">
              <a:spcBef>
                <a:spcPts val="0"/>
              </a:spcBef>
              <a:spcAft>
                <a:spcPts val="0"/>
              </a:spcAft>
              <a:buSzPts val="1100"/>
              <a:buChar char="○"/>
              <a:defRPr/>
            </a:lvl2pPr>
            <a:lvl3pPr marL="1371600" lvl="2" indent="-298450" algn="ctr" rtl="0">
              <a:spcBef>
                <a:spcPts val="0"/>
              </a:spcBef>
              <a:spcAft>
                <a:spcPts val="0"/>
              </a:spcAft>
              <a:buSzPts val="1100"/>
              <a:buChar char="■"/>
              <a:defRPr/>
            </a:lvl3pPr>
            <a:lvl4pPr marL="1828800" lvl="3" indent="-298450" algn="ctr" rtl="0">
              <a:spcBef>
                <a:spcPts val="0"/>
              </a:spcBef>
              <a:spcAft>
                <a:spcPts val="0"/>
              </a:spcAft>
              <a:buSzPts val="1100"/>
              <a:buChar char="●"/>
              <a:defRPr/>
            </a:lvl4pPr>
            <a:lvl5pPr marL="2286000" lvl="4" indent="-298450" algn="ctr" rtl="0">
              <a:spcBef>
                <a:spcPts val="0"/>
              </a:spcBef>
              <a:spcAft>
                <a:spcPts val="0"/>
              </a:spcAft>
              <a:buSzPts val="1100"/>
              <a:buChar char="○"/>
              <a:defRPr/>
            </a:lvl5pPr>
            <a:lvl6pPr marL="2743200" lvl="5" indent="-298450" algn="ctr" rtl="0">
              <a:spcBef>
                <a:spcPts val="0"/>
              </a:spcBef>
              <a:spcAft>
                <a:spcPts val="0"/>
              </a:spcAft>
              <a:buSzPts val="1100"/>
              <a:buChar char="■"/>
              <a:defRPr/>
            </a:lvl6pPr>
            <a:lvl7pPr marL="3200400" lvl="6" indent="-298450" algn="ctr" rtl="0">
              <a:spcBef>
                <a:spcPts val="0"/>
              </a:spcBef>
              <a:spcAft>
                <a:spcPts val="0"/>
              </a:spcAft>
              <a:buSzPts val="1100"/>
              <a:buChar char="●"/>
              <a:defRPr/>
            </a:lvl7pPr>
            <a:lvl8pPr marL="3657600" lvl="7" indent="-298450" algn="ctr" rtl="0">
              <a:spcBef>
                <a:spcPts val="0"/>
              </a:spcBef>
              <a:spcAft>
                <a:spcPts val="0"/>
              </a:spcAft>
              <a:buSzPts val="1100"/>
              <a:buChar char="○"/>
              <a:defRPr/>
            </a:lvl8pPr>
            <a:lvl9pPr marL="4114800" lvl="8" indent="-298450" algn="ctr" rtl="0">
              <a:spcBef>
                <a:spcPts val="0"/>
              </a:spcBef>
              <a:spcAft>
                <a:spcPts val="0"/>
              </a:spcAft>
              <a:buSzPts val="1100"/>
              <a:buChar char="■"/>
              <a:defRPr/>
            </a:lvl9pPr>
          </a:lstStyle>
          <a:p>
            <a:endParaRPr/>
          </a:p>
        </p:txBody>
      </p:sp>
      <p:sp>
        <p:nvSpPr>
          <p:cNvPr id="166" name="Google Shape;166;p2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7"/>
        <p:cNvGrpSpPr/>
        <p:nvPr/>
      </p:nvGrpSpPr>
      <p:grpSpPr>
        <a:xfrm>
          <a:off x="0" y="0"/>
          <a:ext cx="0" cy="0"/>
          <a:chOff x="0" y="0"/>
          <a:chExt cx="0" cy="0"/>
        </a:xfrm>
      </p:grpSpPr>
      <p:sp>
        <p:nvSpPr>
          <p:cNvPr id="168" name="Google Shape;168;p2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rt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52" name="Google Shape;52;p13"/>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rtl="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rtl="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53" name="Google Shape;53;p13"/>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latin typeface="Nunito"/>
                <a:ea typeface="Nunito"/>
                <a:cs typeface="Nunito"/>
                <a:sym typeface="Nunito"/>
              </a:defRPr>
            </a:lvl1pPr>
            <a:lvl2pPr lvl="1" algn="r" rtl="0">
              <a:buNone/>
              <a:defRPr sz="1000">
                <a:solidFill>
                  <a:schemeClr val="dk2"/>
                </a:solidFill>
                <a:latin typeface="Nunito"/>
                <a:ea typeface="Nunito"/>
                <a:cs typeface="Nunito"/>
                <a:sym typeface="Nunito"/>
              </a:defRPr>
            </a:lvl2pPr>
            <a:lvl3pPr lvl="2" algn="r" rtl="0">
              <a:buNone/>
              <a:defRPr sz="1000">
                <a:solidFill>
                  <a:schemeClr val="dk2"/>
                </a:solidFill>
                <a:latin typeface="Nunito"/>
                <a:ea typeface="Nunito"/>
                <a:cs typeface="Nunito"/>
                <a:sym typeface="Nunito"/>
              </a:defRPr>
            </a:lvl3pPr>
            <a:lvl4pPr lvl="3" algn="r" rtl="0">
              <a:buNone/>
              <a:defRPr sz="1000">
                <a:solidFill>
                  <a:schemeClr val="dk2"/>
                </a:solidFill>
                <a:latin typeface="Nunito"/>
                <a:ea typeface="Nunito"/>
                <a:cs typeface="Nunito"/>
                <a:sym typeface="Nunito"/>
              </a:defRPr>
            </a:lvl4pPr>
            <a:lvl5pPr lvl="4" algn="r" rtl="0">
              <a:buNone/>
              <a:defRPr sz="1000">
                <a:solidFill>
                  <a:schemeClr val="dk2"/>
                </a:solidFill>
                <a:latin typeface="Nunito"/>
                <a:ea typeface="Nunito"/>
                <a:cs typeface="Nunito"/>
                <a:sym typeface="Nunito"/>
              </a:defRPr>
            </a:lvl5pPr>
            <a:lvl6pPr lvl="5" algn="r" rtl="0">
              <a:buNone/>
              <a:defRPr sz="1000">
                <a:solidFill>
                  <a:schemeClr val="dk2"/>
                </a:solidFill>
                <a:latin typeface="Nunito"/>
                <a:ea typeface="Nunito"/>
                <a:cs typeface="Nunito"/>
                <a:sym typeface="Nunito"/>
              </a:defRPr>
            </a:lvl6pPr>
            <a:lvl7pPr lvl="6" algn="r" rtl="0">
              <a:buNone/>
              <a:defRPr sz="1000">
                <a:solidFill>
                  <a:schemeClr val="dk2"/>
                </a:solidFill>
                <a:latin typeface="Nunito"/>
                <a:ea typeface="Nunito"/>
                <a:cs typeface="Nunito"/>
                <a:sym typeface="Nunito"/>
              </a:defRPr>
            </a:lvl7pPr>
            <a:lvl8pPr lvl="7" algn="r" rtl="0">
              <a:buNone/>
              <a:defRPr sz="1000">
                <a:solidFill>
                  <a:schemeClr val="dk2"/>
                </a:solidFill>
                <a:latin typeface="Nunito"/>
                <a:ea typeface="Nunito"/>
                <a:cs typeface="Nunito"/>
                <a:sym typeface="Nunito"/>
              </a:defRPr>
            </a:lvl8pPr>
            <a:lvl9pPr lvl="8" algn="r" rtl="0">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hyperlink" Target="http://www.youtube.com/watch?v=A_53Rx2hrK0"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DcvtwlM1aIE"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5"/>
          <p:cNvSpPr txBox="1">
            <a:spLocks noGrp="1"/>
          </p:cNvSpPr>
          <p:nvPr>
            <p:ph type="title"/>
          </p:nvPr>
        </p:nvSpPr>
        <p:spPr>
          <a:xfrm>
            <a:off x="819150" y="3884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Coding groups</a:t>
            </a:r>
            <a:endParaRPr/>
          </a:p>
        </p:txBody>
      </p:sp>
      <p:graphicFrame>
        <p:nvGraphicFramePr>
          <p:cNvPr id="174" name="Google Shape;174;p25"/>
          <p:cNvGraphicFramePr/>
          <p:nvPr>
            <p:extLst>
              <p:ext uri="{D42A27DB-BD31-4B8C-83A1-F6EECF244321}">
                <p14:modId xmlns:p14="http://schemas.microsoft.com/office/powerpoint/2010/main" val="326335650"/>
              </p:ext>
            </p:extLst>
          </p:nvPr>
        </p:nvGraphicFramePr>
        <p:xfrm>
          <a:off x="170400" y="1297025"/>
          <a:ext cx="5121950" cy="2270700"/>
        </p:xfrm>
        <a:graphic>
          <a:graphicData uri="http://schemas.openxmlformats.org/drawingml/2006/table">
            <a:tbl>
              <a:tblPr>
                <a:noFill/>
                <a:tableStyleId>{9256AF1E-1AC6-443B-965F-4FF50F955797}</a:tableStyleId>
              </a:tblPr>
              <a:tblGrid>
                <a:gridCol w="5121950">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 sz="2500" dirty="0"/>
                        <a:t>Assign students into groups.</a:t>
                      </a:r>
                      <a:endParaRPr sz="2500" dirty="0"/>
                    </a:p>
                  </a:txBody>
                  <a:tcPr marL="91425" marR="91425" marT="91425" marB="91425"/>
                </a:tc>
                <a:extLst>
                  <a:ext uri="{0D108BD9-81ED-4DB2-BD59-A6C34878D82A}">
                    <a16:rowId xmlns:a16="http://schemas.microsoft.com/office/drawing/2014/main" val="10000"/>
                  </a:ext>
                </a:extLst>
              </a:tr>
              <a:tr h="381000">
                <a:tc>
                  <a:txBody>
                    <a:bodyPr/>
                    <a:lstStyle/>
                    <a:p>
                      <a:pPr marL="457200" lvl="0" indent="-387350" algn="l" rtl="0">
                        <a:spcBef>
                          <a:spcPts val="0"/>
                        </a:spcBef>
                        <a:spcAft>
                          <a:spcPts val="0"/>
                        </a:spcAft>
                        <a:buSzPts val="2500"/>
                        <a:buAutoNum type="arabicPeriod"/>
                      </a:pPr>
                      <a:r>
                        <a:rPr lang="en" sz="2500" dirty="0">
                          <a:highlight>
                            <a:srgbClr val="D9EAD3"/>
                          </a:highlight>
                        </a:rPr>
                        <a:t>Group 1:</a:t>
                      </a:r>
                      <a:endParaRPr sz="2500" dirty="0"/>
                    </a:p>
                    <a:p>
                      <a:pPr marL="457200" lvl="0" indent="-387350" algn="l" rtl="0">
                        <a:spcBef>
                          <a:spcPts val="0"/>
                        </a:spcBef>
                        <a:spcAft>
                          <a:spcPts val="0"/>
                        </a:spcAft>
                        <a:buSzPts val="2500"/>
                        <a:buAutoNum type="arabicPeriod"/>
                      </a:pPr>
                      <a:r>
                        <a:rPr lang="en" sz="2500" dirty="0">
                          <a:highlight>
                            <a:srgbClr val="D9EAD3"/>
                          </a:highlight>
                        </a:rPr>
                        <a:t>Group 2:</a:t>
                      </a:r>
                      <a:endParaRPr sz="1800" dirty="0"/>
                    </a:p>
                    <a:p>
                      <a:pPr marL="457200" lvl="0" indent="-387350" algn="l" rtl="0">
                        <a:spcBef>
                          <a:spcPts val="0"/>
                        </a:spcBef>
                        <a:spcAft>
                          <a:spcPts val="0"/>
                        </a:spcAft>
                        <a:buSzPts val="2500"/>
                        <a:buAutoNum type="arabicPeriod"/>
                      </a:pPr>
                      <a:r>
                        <a:rPr lang="en" sz="2500" dirty="0">
                          <a:highlight>
                            <a:srgbClr val="D9EAD3"/>
                          </a:highlight>
                        </a:rPr>
                        <a:t>Group 3:</a:t>
                      </a:r>
                      <a:endParaRPr sz="2500" dirty="0"/>
                    </a:p>
                    <a:p>
                      <a:pPr marL="457200" lvl="0" indent="-387350" algn="l" rtl="0">
                        <a:spcBef>
                          <a:spcPts val="0"/>
                        </a:spcBef>
                        <a:spcAft>
                          <a:spcPts val="0"/>
                        </a:spcAft>
                        <a:buSzPts val="2500"/>
                        <a:buAutoNum type="arabicPeriod"/>
                      </a:pPr>
                      <a:r>
                        <a:rPr lang="en" sz="2500" dirty="0">
                          <a:highlight>
                            <a:srgbClr val="D9EAD3"/>
                          </a:highlight>
                        </a:rPr>
                        <a:t>Group 4:</a:t>
                      </a:r>
                      <a:endParaRPr sz="2500" dirty="0"/>
                    </a:p>
                  </a:txBody>
                  <a:tcPr marL="91425" marR="91425" marT="91425" marB="91425"/>
                </a:tc>
                <a:extLst>
                  <a:ext uri="{0D108BD9-81ED-4DB2-BD59-A6C34878D82A}">
                    <a16:rowId xmlns:a16="http://schemas.microsoft.com/office/drawing/2014/main" val="10001"/>
                  </a:ext>
                </a:extLst>
              </a:tr>
            </a:tbl>
          </a:graphicData>
        </a:graphic>
      </p:graphicFrame>
      <p:sp>
        <p:nvSpPr>
          <p:cNvPr id="175" name="Google Shape;175;p25"/>
          <p:cNvSpPr txBox="1"/>
          <p:nvPr/>
        </p:nvSpPr>
        <p:spPr>
          <a:xfrm>
            <a:off x="5753600" y="642125"/>
            <a:ext cx="3100200" cy="362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3500">
              <a:solidFill>
                <a:schemeClr val="dk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7"/>
          <p:cNvSpPr txBox="1">
            <a:spLocks noGrp="1"/>
          </p:cNvSpPr>
          <p:nvPr>
            <p:ph type="title"/>
          </p:nvPr>
        </p:nvSpPr>
        <p:spPr>
          <a:xfrm>
            <a:off x="514350" y="540800"/>
            <a:ext cx="7505700" cy="2448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Welcome to Coding week! </a:t>
            </a:r>
            <a:endParaRPr/>
          </a:p>
          <a:p>
            <a:pPr marL="0" lvl="0" indent="0" algn="l" rtl="0">
              <a:spcBef>
                <a:spcPts val="0"/>
              </a:spcBef>
              <a:spcAft>
                <a:spcPts val="0"/>
              </a:spcAft>
              <a:buNone/>
            </a:pPr>
            <a:endParaRPr/>
          </a:p>
          <a:p>
            <a:pPr marL="0" lvl="0" indent="0" algn="l" rtl="0">
              <a:spcBef>
                <a:spcPts val="0"/>
              </a:spcBef>
              <a:spcAft>
                <a:spcPts val="0"/>
              </a:spcAft>
              <a:buNone/>
            </a:pPr>
            <a:r>
              <a:rPr lang="en"/>
              <a:t>Be determined </a:t>
            </a:r>
            <a:endParaRPr/>
          </a:p>
          <a:p>
            <a:pPr marL="0" lvl="0" indent="0" algn="l" rtl="0">
              <a:spcBef>
                <a:spcPts val="0"/>
              </a:spcBef>
              <a:spcAft>
                <a:spcPts val="0"/>
              </a:spcAft>
              <a:buNone/>
            </a:pPr>
            <a:endParaRPr/>
          </a:p>
          <a:p>
            <a:pPr marL="0" lvl="0" indent="0" algn="l" rtl="0">
              <a:spcBef>
                <a:spcPts val="0"/>
              </a:spcBef>
              <a:spcAft>
                <a:spcPts val="0"/>
              </a:spcAft>
              <a:buNone/>
            </a:pPr>
            <a:r>
              <a:rPr lang="en"/>
              <a:t>Be diverse</a:t>
            </a:r>
            <a:endParaRPr/>
          </a:p>
          <a:p>
            <a:pPr marL="0" lvl="0" indent="0" algn="l" rtl="0">
              <a:spcBef>
                <a:spcPts val="0"/>
              </a:spcBef>
              <a:spcAft>
                <a:spcPts val="0"/>
              </a:spcAft>
              <a:buNone/>
            </a:pPr>
            <a:endParaRPr/>
          </a:p>
          <a:p>
            <a:pPr marL="0" lvl="0" indent="0" algn="l" rtl="0">
              <a:spcBef>
                <a:spcPts val="0"/>
              </a:spcBef>
              <a:spcAft>
                <a:spcPts val="0"/>
              </a:spcAft>
              <a:buNone/>
            </a:pPr>
            <a:r>
              <a:rPr lang="en"/>
              <a:t>Show teamwork! = share the trackpad and the keyboard, everyone tries!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8"/>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Be respectful</a:t>
            </a:r>
            <a:endParaRPr/>
          </a:p>
          <a:p>
            <a:pPr marL="0" lvl="0" indent="0" algn="l" rtl="0">
              <a:spcBef>
                <a:spcPts val="0"/>
              </a:spcBef>
              <a:spcAft>
                <a:spcPts val="0"/>
              </a:spcAft>
              <a:buNone/>
            </a:pPr>
            <a:endParaRPr/>
          </a:p>
          <a:p>
            <a:pPr marL="0" lvl="0" indent="0" algn="l" rtl="0">
              <a:spcBef>
                <a:spcPts val="0"/>
              </a:spcBef>
              <a:spcAft>
                <a:spcPts val="0"/>
              </a:spcAft>
              <a:buNone/>
            </a:pPr>
            <a:r>
              <a:rPr lang="en"/>
              <a:t>Be on task</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Everything is recorded!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9"/>
          <p:cNvSpPr txBox="1">
            <a:spLocks noGrp="1"/>
          </p:cNvSpPr>
          <p:nvPr>
            <p:ph type="title"/>
          </p:nvPr>
        </p:nvSpPr>
        <p:spPr>
          <a:xfrm>
            <a:off x="514350" y="540800"/>
            <a:ext cx="7505700" cy="2448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Welcome to Coding week! </a:t>
            </a:r>
            <a:endParaRPr/>
          </a:p>
          <a:p>
            <a:pPr marL="0" lvl="0" indent="0" algn="l" rtl="0">
              <a:spcBef>
                <a:spcPts val="0"/>
              </a:spcBef>
              <a:spcAft>
                <a:spcPts val="0"/>
              </a:spcAft>
              <a:buNone/>
            </a:pPr>
            <a:endParaRPr/>
          </a:p>
          <a:p>
            <a:pPr marL="0" lvl="0" indent="0" algn="l" rtl="0">
              <a:spcBef>
                <a:spcPts val="0"/>
              </a:spcBef>
              <a:spcAft>
                <a:spcPts val="0"/>
              </a:spcAft>
              <a:buNone/>
            </a:pPr>
            <a:r>
              <a:rPr lang="en"/>
              <a:t>Be leaders:</a:t>
            </a:r>
            <a:endParaRPr/>
          </a:p>
          <a:p>
            <a:pPr marL="0" lvl="0" indent="0" algn="l" rtl="0">
              <a:spcBef>
                <a:spcPts val="0"/>
              </a:spcBef>
              <a:spcAft>
                <a:spcPts val="0"/>
              </a:spcAft>
              <a:buNone/>
            </a:pPr>
            <a:endParaRPr/>
          </a:p>
          <a:p>
            <a:pPr marL="0" lvl="0" indent="0" algn="l" rtl="0">
              <a:spcBef>
                <a:spcPts val="0"/>
              </a:spcBef>
              <a:spcAft>
                <a:spcPts val="0"/>
              </a:spcAft>
              <a:buNone/>
            </a:pPr>
            <a:r>
              <a:rPr lang="en"/>
              <a:t>College leader: “_____, what can you show us about this section?”</a:t>
            </a:r>
            <a:endParaRPr/>
          </a:p>
          <a:p>
            <a:pPr marL="0" lvl="0" indent="0" algn="l" rtl="0">
              <a:spcBef>
                <a:spcPts val="0"/>
              </a:spcBef>
              <a:spcAft>
                <a:spcPts val="0"/>
              </a:spcAft>
              <a:buNone/>
            </a:pPr>
            <a:endParaRPr/>
          </a:p>
          <a:p>
            <a:pPr marL="0" lvl="0" indent="0" algn="l" rtl="0">
              <a:spcBef>
                <a:spcPts val="0"/>
              </a:spcBef>
              <a:spcAft>
                <a:spcPts val="0"/>
              </a:spcAft>
              <a:buNone/>
            </a:pPr>
            <a:r>
              <a:rPr lang="en"/>
              <a:t>Co-Facilitator student: “I want to add on” or ask “can I show them this part?”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0"/>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Tables and object-oriented programming</a:t>
            </a:r>
            <a:endParaRPr/>
          </a:p>
        </p:txBody>
      </p:sp>
      <p:sp>
        <p:nvSpPr>
          <p:cNvPr id="203" name="Google Shape;203;p30"/>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457200" lvl="0" indent="-405130" algn="l" rtl="0">
              <a:lnSpc>
                <a:spcPct val="80000"/>
              </a:lnSpc>
              <a:spcBef>
                <a:spcPts val="0"/>
              </a:spcBef>
              <a:spcAft>
                <a:spcPts val="0"/>
              </a:spcAft>
              <a:buSzPts val="2780"/>
              <a:buAutoNum type="arabicPeriod"/>
            </a:pPr>
            <a:r>
              <a:rPr lang="en" sz="2780"/>
              <a:t>Why is the speed 1 mile per hour? Discuss within your group.</a:t>
            </a:r>
            <a:endParaRPr sz="2780"/>
          </a:p>
          <a:p>
            <a:pPr marL="0" lvl="0" indent="0" algn="l" rtl="0">
              <a:lnSpc>
                <a:spcPct val="80000"/>
              </a:lnSpc>
              <a:spcBef>
                <a:spcPts val="1000"/>
              </a:spcBef>
              <a:spcAft>
                <a:spcPts val="0"/>
              </a:spcAft>
              <a:buClr>
                <a:schemeClr val="dk1"/>
              </a:buClr>
              <a:buSzPts val="1100"/>
              <a:buFont typeface="Arial"/>
              <a:buNone/>
            </a:pPr>
            <a:r>
              <a:rPr lang="en" sz="2780"/>
              <a:t>2. Click on the generated table image and open it.</a:t>
            </a:r>
            <a:endParaRPr sz="2780"/>
          </a:p>
          <a:p>
            <a:pPr marL="0" lvl="0" indent="0" algn="l" rtl="0">
              <a:lnSpc>
                <a:spcPct val="80000"/>
              </a:lnSpc>
              <a:spcBef>
                <a:spcPts val="1000"/>
              </a:spcBef>
              <a:spcAft>
                <a:spcPts val="0"/>
              </a:spcAft>
              <a:buClr>
                <a:schemeClr val="dk1"/>
              </a:buClr>
              <a:buSzPts val="1100"/>
              <a:buFont typeface="Arial"/>
              <a:buNone/>
            </a:pPr>
            <a:r>
              <a:rPr lang="en" sz="2780"/>
              <a:t>3. Change the file name to "table.png".</a:t>
            </a:r>
            <a:endParaRPr sz="2780"/>
          </a:p>
          <a:p>
            <a:pPr marL="0" lvl="0" indent="0" algn="l" rtl="0">
              <a:lnSpc>
                <a:spcPct val="80000"/>
              </a:lnSpc>
              <a:spcBef>
                <a:spcPts val="1000"/>
              </a:spcBef>
              <a:spcAft>
                <a:spcPts val="0"/>
              </a:spcAft>
              <a:buClr>
                <a:schemeClr val="dk1"/>
              </a:buClr>
              <a:buSzPts val="1100"/>
              <a:buFont typeface="Arial"/>
              <a:buNone/>
            </a:pPr>
            <a:r>
              <a:rPr lang="en" sz="2780"/>
              <a:t>4. Verify that you can open the new file.</a:t>
            </a:r>
            <a:endParaRPr sz="2780"/>
          </a:p>
          <a:p>
            <a:pPr marL="0" lvl="0" indent="0" algn="l" rtl="0">
              <a:lnSpc>
                <a:spcPct val="80000"/>
              </a:lnSpc>
              <a:spcBef>
                <a:spcPts val="1000"/>
              </a:spcBef>
              <a:spcAft>
                <a:spcPts val="1000"/>
              </a:spcAft>
              <a:buSzPts val="935"/>
              <a:buNone/>
            </a:pPr>
            <a:endParaRPr sz="2780"/>
          </a:p>
        </p:txBody>
      </p:sp>
      <p:pic>
        <p:nvPicPr>
          <p:cNvPr id="204" name="Google Shape;204;p30"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ctrTitle"/>
          </p:nvPr>
        </p:nvSpPr>
        <p:spPr>
          <a:xfrm>
            <a:off x="76500" y="2111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700"/>
              <a:t>Create tables for different speeds</a:t>
            </a:r>
            <a:endParaRPr sz="4700"/>
          </a:p>
        </p:txBody>
      </p:sp>
      <p:sp>
        <p:nvSpPr>
          <p:cNvPr id="210" name="Google Shape;210;p31"/>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1. Create the tables on your handout for the animals</a:t>
            </a:r>
            <a:endParaRPr/>
          </a:p>
          <a:p>
            <a:pPr marL="0" lvl="0" indent="0" algn="ctr" rtl="0">
              <a:spcBef>
                <a:spcPts val="1000"/>
              </a:spcBef>
              <a:spcAft>
                <a:spcPts val="0"/>
              </a:spcAft>
              <a:buClr>
                <a:schemeClr val="dk1"/>
              </a:buClr>
              <a:buSzPts val="1100"/>
              <a:buFont typeface="Arial"/>
              <a:buNone/>
            </a:pPr>
            <a:r>
              <a:rPr lang="en"/>
              <a:t>2. Within your group, discuss are these speeds more realistic?</a:t>
            </a:r>
            <a:endParaRPr/>
          </a:p>
          <a:p>
            <a:pPr marL="0" lvl="0" indent="0" algn="ctr" rtl="0">
              <a:spcBef>
                <a:spcPts val="1000"/>
              </a:spcBef>
              <a:spcAft>
                <a:spcPts val="1000"/>
              </a:spcAft>
              <a:buNone/>
            </a:pPr>
            <a:endParaRPr/>
          </a:p>
        </p:txBody>
      </p:sp>
      <p:pic>
        <p:nvPicPr>
          <p:cNvPr id="211" name="Google Shape;211;p31"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2296550" y="77075"/>
            <a:ext cx="2127325" cy="1196625"/>
          </a:xfrm>
          <a:prstGeom prst="rect">
            <a:avLst/>
          </a:prstGeom>
          <a:noFill/>
          <a:ln>
            <a:noFill/>
          </a:ln>
        </p:spPr>
      </p:pic>
      <p:pic>
        <p:nvPicPr>
          <p:cNvPr id="212" name="Google Shape;212;p31"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5686325" y="77075"/>
            <a:ext cx="2127325" cy="1196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2"/>
          <p:cNvSpPr txBox="1">
            <a:spLocks noGrp="1"/>
          </p:cNvSpPr>
          <p:nvPr>
            <p:ph type="ctrTitle"/>
          </p:nvPr>
        </p:nvSpPr>
        <p:spPr>
          <a:xfrm>
            <a:off x="76500" y="2111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700"/>
              <a:t>Plot multiple tables</a:t>
            </a:r>
            <a:endParaRPr sz="4700"/>
          </a:p>
        </p:txBody>
      </p:sp>
      <p:sp>
        <p:nvSpPr>
          <p:cNvPr id="218" name="Google Shape;218;p32"/>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457200" lvl="0" indent="-406400" algn="ctr" rtl="0">
              <a:spcBef>
                <a:spcPts val="0"/>
              </a:spcBef>
              <a:spcAft>
                <a:spcPts val="0"/>
              </a:spcAft>
              <a:buSzPts val="2800"/>
              <a:buAutoNum type="arabicPeriod"/>
            </a:pPr>
            <a:r>
              <a:rPr lang="en"/>
              <a:t>Create correct graphs and compare</a:t>
            </a:r>
            <a:endParaRPr/>
          </a:p>
          <a:p>
            <a:pPr marL="457200" lvl="0" indent="-406400" algn="ctr" rtl="0">
              <a:spcBef>
                <a:spcPts val="0"/>
              </a:spcBef>
              <a:spcAft>
                <a:spcPts val="0"/>
              </a:spcAft>
              <a:buSzPts val="2800"/>
              <a:buAutoNum type="arabicPeriod"/>
            </a:pPr>
            <a:r>
              <a:rPr lang="en"/>
              <a:t>Who wins and how can you tell?</a:t>
            </a:r>
            <a:endParaRPr/>
          </a:p>
          <a:p>
            <a:pPr marL="457200" lvl="0" indent="-406400" algn="ctr" rtl="0">
              <a:spcBef>
                <a:spcPts val="0"/>
              </a:spcBef>
              <a:spcAft>
                <a:spcPts val="0"/>
              </a:spcAft>
              <a:buSzPts val="2800"/>
              <a:buAutoNum type="arabicPeriod"/>
            </a:pPr>
            <a:r>
              <a:rPr lang="en"/>
              <a:t>Make a mistake in a table, what happens to the graph?</a:t>
            </a:r>
            <a:endParaRPr/>
          </a:p>
        </p:txBody>
      </p:sp>
      <p:pic>
        <p:nvPicPr>
          <p:cNvPr id="219" name="Google Shape;219;p32"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txBox="1">
            <a:spLocks noGrp="1"/>
          </p:cNvSpPr>
          <p:nvPr>
            <p:ph type="ctrTitle"/>
          </p:nvPr>
        </p:nvSpPr>
        <p:spPr>
          <a:xfrm>
            <a:off x="76500" y="2111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I: Find character images</a:t>
            </a:r>
            <a:endParaRPr sz="4200"/>
          </a:p>
        </p:txBody>
      </p:sp>
      <p:sp>
        <p:nvSpPr>
          <p:cNvPr id="225" name="Google Shape;225;p33"/>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all three or four characters</a:t>
            </a:r>
            <a:endParaRPr/>
          </a:p>
          <a:p>
            <a:pPr marL="0" lvl="0" indent="0" algn="ctr" rtl="0">
              <a:spcBef>
                <a:spcPts val="1000"/>
              </a:spcBef>
              <a:spcAft>
                <a:spcPts val="0"/>
              </a:spcAft>
              <a:buNone/>
            </a:pPr>
            <a:endParaRPr/>
          </a:p>
          <a:p>
            <a:pPr marL="0" lvl="0" indent="0" algn="ctr" rtl="0">
              <a:spcBef>
                <a:spcPts val="1000"/>
              </a:spcBef>
              <a:spcAft>
                <a:spcPts val="1000"/>
              </a:spcAft>
              <a:buNone/>
            </a:pPr>
            <a:r>
              <a:rPr lang="en"/>
              <a:t>WATCH THE TIME LIMIT</a:t>
            </a:r>
            <a:endParaRPr/>
          </a:p>
        </p:txBody>
      </p:sp>
      <p:pic>
        <p:nvPicPr>
          <p:cNvPr id="226" name="Google Shape;226;p33" descr="Set a timer for 12 minutes. This 12 minute timer with alarm silently counts down to 00:00 and then alerts you with a gentle alarm sound.&#10;&#10;What Is the 12 Minute Timer?&#10;If you're looking for a timer to help you stay on track with your work, a 12 minute countdown is a great option. You can use it to break up your work time into manageable chunks, and it can also help you avoid getting bogged down with one task for too long.&#10;&#10;How to Set a 12 Minute Timer&#10;There are a few different ways to set a 12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2 Minute Alarm?&#10;This timer is perfect for work or study sessions. It's also great for any activity where you want to be sure to take a break every 12 minutes, such as cooking, laundry, or working out.&#10;&#10;Online Timer - https://timer.onlinealarmkur.com/en/" title="12 Minute Timer">
            <a:hlinkClick r:id="rId3"/>
          </p:cNvPr>
          <p:cNvPicPr preferRelativeResize="0"/>
          <p:nvPr/>
        </p:nvPicPr>
        <p:blipFill>
          <a:blip r:embed="rId4">
            <a:alphaModFix/>
          </a:blip>
          <a:stretch>
            <a:fillRect/>
          </a:stretch>
        </p:blipFill>
        <p:spPr>
          <a:xfrm>
            <a:off x="3380525" y="-260450"/>
            <a:ext cx="2831955" cy="1592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animEffect transition="in" filter="fade">
                                      <p:cBhvr>
                                        <p:cTn id="7" dur="1000"/>
                                        <p:tgtEl>
                                          <p:spTgt spid="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txBox="1">
            <a:spLocks noGrp="1"/>
          </p:cNvSpPr>
          <p:nvPr>
            <p:ph type="ctrTitle"/>
          </p:nvPr>
        </p:nvSpPr>
        <p:spPr>
          <a:xfrm>
            <a:off x="76500" y="4397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II: Create tables for your characters</a:t>
            </a:r>
            <a:endParaRPr sz="4200"/>
          </a:p>
        </p:txBody>
      </p:sp>
      <p:sp>
        <p:nvSpPr>
          <p:cNvPr id="232" name="Google Shape;232;p34"/>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 Create a table for your first character</a:t>
            </a:r>
            <a:endParaRPr/>
          </a:p>
          <a:p>
            <a:pPr marL="0" lvl="0" indent="0" algn="ctr" rtl="0">
              <a:spcBef>
                <a:spcPts val="1000"/>
              </a:spcBef>
              <a:spcAft>
                <a:spcPts val="0"/>
              </a:spcAft>
              <a:buClr>
                <a:schemeClr val="dk1"/>
              </a:buClr>
              <a:buSzPts val="1100"/>
              <a:buFont typeface="Arial"/>
              <a:buNone/>
            </a:pPr>
            <a:r>
              <a:rPr lang="en"/>
              <a:t># REPLACE elephant with your character's name everywhere here:</a:t>
            </a:r>
            <a:endParaRPr/>
          </a:p>
          <a:p>
            <a:pPr marL="0" lvl="0" indent="0" algn="ctr" rtl="0">
              <a:spcBef>
                <a:spcPts val="1000"/>
              </a:spcBef>
              <a:spcAft>
                <a:spcPts val="1000"/>
              </a:spcAft>
              <a:buNone/>
            </a:pPr>
            <a:r>
              <a:rPr lang="en"/>
              <a:t>Elephant = table() # &lt;- </a:t>
            </a:r>
            <a:r>
              <a:rPr lang="en">
                <a:highlight>
                  <a:srgbClr val="FFFF00"/>
                </a:highlight>
              </a:rPr>
              <a:t>FIX name</a:t>
            </a:r>
            <a:endParaRPr>
              <a:highlight>
                <a:srgbClr val="FFFF00"/>
              </a:highlight>
            </a:endParaRPr>
          </a:p>
        </p:txBody>
      </p:sp>
      <p:pic>
        <p:nvPicPr>
          <p:cNvPr id="233" name="Google Shape;233;p34"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ctrTitle"/>
          </p:nvPr>
        </p:nvSpPr>
        <p:spPr>
          <a:xfrm>
            <a:off x="76500" y="4397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II: Create tables for your characters</a:t>
            </a:r>
            <a:endParaRPr sz="4200"/>
          </a:p>
        </p:txBody>
      </p:sp>
      <p:sp>
        <p:nvSpPr>
          <p:cNvPr id="239" name="Google Shape;239;p35"/>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this section: </a:t>
            </a:r>
            <a:endParaRPr/>
          </a:p>
          <a:p>
            <a:pPr marL="0" lvl="0" indent="0" algn="ctr" rtl="0">
              <a:spcBef>
                <a:spcPts val="1000"/>
              </a:spcBef>
              <a:spcAft>
                <a:spcPts val="1000"/>
              </a:spcAft>
              <a:buNone/>
            </a:pPr>
            <a:r>
              <a:rPr lang="en"/>
              <a:t>Line equations of tables</a:t>
            </a:r>
            <a:endParaRPr>
              <a:highlight>
                <a:srgbClr val="FFFF00"/>
              </a:highlight>
            </a:endParaRPr>
          </a:p>
        </p:txBody>
      </p:sp>
      <p:pic>
        <p:nvPicPr>
          <p:cNvPr id="240" name="Google Shape;240;p35"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6"/>
          <p:cNvSpPr txBox="1">
            <a:spLocks noGrp="1"/>
          </p:cNvSpPr>
          <p:nvPr>
            <p:ph type="ctrTitle"/>
          </p:nvPr>
        </p:nvSpPr>
        <p:spPr>
          <a:xfrm>
            <a:off x="76500" y="4397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III: Place your characters</a:t>
            </a:r>
            <a:endParaRPr sz="4200"/>
          </a:p>
        </p:txBody>
      </p:sp>
      <p:sp>
        <p:nvSpPr>
          <p:cNvPr id="246" name="Google Shape;246;p36"/>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this section: </a:t>
            </a:r>
            <a:endParaRPr/>
          </a:p>
          <a:p>
            <a:pPr marL="0" lvl="0" indent="0" algn="ctr" rtl="0">
              <a:spcBef>
                <a:spcPts val="1000"/>
              </a:spcBef>
              <a:spcAft>
                <a:spcPts val="1000"/>
              </a:spcAft>
              <a:buNone/>
            </a:pPr>
            <a:r>
              <a:rPr lang="en"/>
              <a:t>Line equations of tables</a:t>
            </a:r>
            <a:endParaRPr>
              <a:highlight>
                <a:srgbClr val="FFFF00"/>
              </a:highlight>
            </a:endParaRPr>
          </a:p>
        </p:txBody>
      </p:sp>
      <p:pic>
        <p:nvPicPr>
          <p:cNvPr id="247" name="Google Shape;247;p36"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7"/>
          <p:cNvSpPr txBox="1">
            <a:spLocks noGrp="1"/>
          </p:cNvSpPr>
          <p:nvPr>
            <p:ph type="ctrTitle"/>
          </p:nvPr>
        </p:nvSpPr>
        <p:spPr>
          <a:xfrm>
            <a:off x="76500" y="4397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IV: Make the video</a:t>
            </a:r>
            <a:endParaRPr sz="4200"/>
          </a:p>
        </p:txBody>
      </p:sp>
      <p:sp>
        <p:nvSpPr>
          <p:cNvPr id="253" name="Google Shape;253;p37"/>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this section: </a:t>
            </a:r>
            <a:endParaRPr/>
          </a:p>
          <a:p>
            <a:pPr marL="0" lvl="0" indent="0" algn="ctr" rtl="0">
              <a:spcBef>
                <a:spcPts val="1000"/>
              </a:spcBef>
              <a:spcAft>
                <a:spcPts val="1000"/>
              </a:spcAft>
              <a:buNone/>
            </a:pPr>
            <a:r>
              <a:rPr lang="en"/>
              <a:t>Line equations of tables</a:t>
            </a:r>
            <a:endParaRPr>
              <a:highlight>
                <a:srgbClr val="FFFF00"/>
              </a:highlight>
            </a:endParaRPr>
          </a:p>
        </p:txBody>
      </p:sp>
      <p:pic>
        <p:nvPicPr>
          <p:cNvPr id="254" name="Google Shape;254;p37"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8"/>
          <p:cNvSpPr txBox="1">
            <a:spLocks noGrp="1"/>
          </p:cNvSpPr>
          <p:nvPr>
            <p:ph type="ctrTitle"/>
          </p:nvPr>
        </p:nvSpPr>
        <p:spPr>
          <a:xfrm>
            <a:off x="76500" y="4397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V: Experiment with your video</a:t>
            </a:r>
            <a:endParaRPr sz="4200"/>
          </a:p>
        </p:txBody>
      </p:sp>
      <p:sp>
        <p:nvSpPr>
          <p:cNvPr id="260" name="Google Shape;260;p38"/>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this section: </a:t>
            </a:r>
            <a:endParaRPr/>
          </a:p>
          <a:p>
            <a:pPr marL="0" lvl="0" indent="0" algn="ctr" rtl="0">
              <a:spcBef>
                <a:spcPts val="1000"/>
              </a:spcBef>
              <a:spcAft>
                <a:spcPts val="1000"/>
              </a:spcAft>
              <a:buNone/>
            </a:pPr>
            <a:r>
              <a:rPr lang="en"/>
              <a:t>Line equations of tables</a:t>
            </a:r>
            <a:endParaRPr>
              <a:highlight>
                <a:srgbClr val="FFFF00"/>
              </a:highlight>
            </a:endParaRPr>
          </a:p>
        </p:txBody>
      </p:sp>
      <p:pic>
        <p:nvPicPr>
          <p:cNvPr id="261" name="Google Shape;261;p38"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9"/>
          <p:cNvSpPr txBox="1">
            <a:spLocks noGrp="1"/>
          </p:cNvSpPr>
          <p:nvPr>
            <p:ph type="ctrTitle"/>
          </p:nvPr>
        </p:nvSpPr>
        <p:spPr>
          <a:xfrm>
            <a:off x="76500" y="439775"/>
            <a:ext cx="91440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200"/>
              <a:t>Make videos VI: Make title and explanatory text images</a:t>
            </a:r>
            <a:endParaRPr sz="4200"/>
          </a:p>
        </p:txBody>
      </p:sp>
      <p:sp>
        <p:nvSpPr>
          <p:cNvPr id="267" name="Google Shape;267;p39"/>
          <p:cNvSpPr txBox="1">
            <a:spLocks noGrp="1"/>
          </p:cNvSpPr>
          <p:nvPr>
            <p:ph type="subTitle" idx="1"/>
          </p:nvPr>
        </p:nvSpPr>
        <p:spPr>
          <a:xfrm>
            <a:off x="311700" y="2453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Find this section: </a:t>
            </a:r>
            <a:endParaRPr/>
          </a:p>
          <a:p>
            <a:pPr marL="0" lvl="0" indent="0" algn="ctr" rtl="0">
              <a:spcBef>
                <a:spcPts val="1000"/>
              </a:spcBef>
              <a:spcAft>
                <a:spcPts val="1000"/>
              </a:spcAft>
              <a:buNone/>
            </a:pPr>
            <a:r>
              <a:rPr lang="en"/>
              <a:t>Line equations of tables</a:t>
            </a:r>
            <a:endParaRPr>
              <a:highlight>
                <a:srgbClr val="FFFF00"/>
              </a:highlight>
            </a:endParaRPr>
          </a:p>
        </p:txBody>
      </p:sp>
      <p:pic>
        <p:nvPicPr>
          <p:cNvPr id="268" name="Google Shape;268;p39" descr="This 10-minute countdown timer is made for professional use and has some minimal sound effects in the last 5 seconds." title="10 MINUTE TIMER - COUNTDOWN TIMER (MINIMAL)">
            <a:hlinkClick r:id="rId3"/>
          </p:cNvPr>
          <p:cNvPicPr preferRelativeResize="0"/>
          <p:nvPr/>
        </p:nvPicPr>
        <p:blipFill>
          <a:blip r:embed="rId4">
            <a:alphaModFix/>
          </a:blip>
          <a:stretch>
            <a:fillRect/>
          </a:stretch>
        </p:blipFill>
        <p:spPr>
          <a:xfrm>
            <a:off x="3436175" y="-24900"/>
            <a:ext cx="2127325" cy="11966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341</Words>
  <Application>Microsoft Macintosh PowerPoint</Application>
  <PresentationFormat>On-screen Show (16:9)</PresentationFormat>
  <Paragraphs>67</Paragraphs>
  <Slides>14</Slides>
  <Notes>14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Arial</vt:lpstr>
      <vt:lpstr>Nunito</vt:lpstr>
      <vt:lpstr>Calibri</vt:lpstr>
      <vt:lpstr>Simple Light</vt:lpstr>
      <vt:lpstr>Shift</vt:lpstr>
      <vt:lpstr>Coding groups</vt:lpstr>
      <vt:lpstr>Welcome to Coding week!   Be determined   Be diverse  Show teamwork! = share the trackpad and the keyboard, everyone tries! </vt:lpstr>
      <vt:lpstr>Be respectful  Be on task   Everything is recorded! </vt:lpstr>
      <vt:lpstr>Welcome to Coding week!   Be leaders:  College leader: “_____, what can you show us about this section?”  Co-Facilitator student: “I want to add on” or ask “can I show them this part?”</vt:lpstr>
      <vt:lpstr>Tables and object-oriented programming</vt:lpstr>
      <vt:lpstr>Create tables for different speeds</vt:lpstr>
      <vt:lpstr>Plot multiple tables</vt:lpstr>
      <vt:lpstr>Make videos I: Find character images</vt:lpstr>
      <vt:lpstr>Make videos II: Create tables for your characters</vt:lpstr>
      <vt:lpstr>Make videos II: Create tables for your characters</vt:lpstr>
      <vt:lpstr>Make videos III: Place your characters</vt:lpstr>
      <vt:lpstr>Make videos IV: Make the video</vt:lpstr>
      <vt:lpstr>Make videos V: Experiment with your video</vt:lpstr>
      <vt:lpstr>Make videos VI: Make title and explanatory text images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Microsoft Office User</cp:lastModifiedBy>
  <cp:revision>3</cp:revision>
  <dcterms:modified xsi:type="dcterms:W3CDTF">2026-07-22T17:33:31Z</dcterms:modified>
</cp:coreProperties>
</file>