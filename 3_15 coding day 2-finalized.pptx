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3" r:id="rId15"/>
    <p:sldId id="272" r:id="rId16"/>
    <p:sldId id="268" r:id="rId17"/>
    <p:sldId id="269" r:id="rId18"/>
    <p:sldId id="270" r:id="rId19"/>
    <p:sldId id="271" r:id="rId20"/>
  </p:sldIdLst>
  <p:sldSz cx="9144000" cy="5143500" type="screen16x9"/>
  <p:notesSz cx="6858000" cy="9144000"/>
  <p:embeddedFontLst>
    <p:embeddedFont>
      <p:font typeface="Amatic SC" pitchFamily="2" charset="-79"/>
      <p:regular r:id="rId22"/>
      <p:bold r:id="rId23"/>
    </p:embeddedFont>
    <p:embeddedFont>
      <p:font typeface="Old Standard TT"/>
      <p:regular r:id="rId24"/>
      <p:bold r:id="rId25"/>
      <p:italic r:id="rId26"/>
    </p:embeddedFont>
    <p:embeddedFont>
      <p:font typeface="Roboto" panose="02000000000000000000" pitchFamily="2" charset="0"/>
      <p:regular r:id="rId27"/>
      <p:bold r:id="rId28"/>
      <p:italic r:id="rId29"/>
      <p:boldItalic r:id="rId30"/>
    </p:embeddedFont>
    <p:embeddedFont>
      <p:font typeface="Source Code Pro" panose="020B0509030403020204"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10"/>
    <p:restoredTop sz="92970"/>
  </p:normalViewPr>
  <p:slideViewPr>
    <p:cSldViewPr snapToGrid="0">
      <p:cViewPr varScale="1">
        <p:scale>
          <a:sx n="159" d="100"/>
          <a:sy n="159" d="100"/>
        </p:scale>
        <p:origin x="200" y="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004601b30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004601b30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0091d238e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0091d238e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Apply and extend previous understandings of multiplication and division to divide fractions by fractions.</a:t>
            </a:r>
          </a:p>
          <a:p>
            <a:r>
              <a:rPr lang="en-US" sz="1100" b="0" i="0" u="none" strike="noStrike" cap="none" dirty="0">
                <a:solidFill>
                  <a:srgbClr val="000000"/>
                </a:solidFill>
                <a:effectLst/>
                <a:latin typeface="Arial"/>
                <a:ea typeface="Arial"/>
                <a:cs typeface="Arial"/>
                <a:sym typeface="Arial"/>
              </a:rPr>
              <a:t>CCSS.Math.Content.6.NS.A.1</a:t>
            </a:r>
          </a:p>
          <a:p>
            <a:r>
              <a:rPr lang="en-US" sz="1100" b="0" i="0" u="none" strike="noStrike" cap="none" dirty="0">
                <a:solidFill>
                  <a:srgbClr val="000000"/>
                </a:solidFill>
                <a:effectLst/>
                <a:latin typeface="Arial"/>
                <a:ea typeface="Arial"/>
                <a:cs typeface="Arial"/>
                <a:sym typeface="Arial"/>
              </a:rPr>
              <a:t>Interpret and compute quotients of fractions, and solve word problems involving division of fractions by fractions, e.g., by using visual fraction models and equations to represent the problem.</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0091d238e2_0_3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0091d238e2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004601b30f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004601b30f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004601b30f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004601b30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004601b30f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004601b30f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0091d238e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0091d238e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004601b30f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004601b30f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004601b30f_0_17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004601b30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0091d238e2_0_1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0091d238e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004601b30f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004601b30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0091d238e2_0_2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0091d238e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0091d238e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0091d238e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0091d238e2_0_3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0091d238e2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0091d238e2_0_4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0091d238e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0091d238e2_0_5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0091d238e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0091d238e2_0_7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0091d238e2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1600"/>
              </a:spcBef>
              <a:spcAft>
                <a:spcPts val="0"/>
              </a:spcAft>
              <a:buClr>
                <a:schemeClr val="accent1"/>
              </a:buClr>
              <a:buSzPts val="1400"/>
              <a:buChar char="○"/>
              <a:defRPr>
                <a:solidFill>
                  <a:schemeClr val="accent1"/>
                </a:solidFill>
                <a:highlight>
                  <a:schemeClr val="lt1"/>
                </a:highlight>
              </a:defRPr>
            </a:lvl2pPr>
            <a:lvl3pPr marL="1371600" lvl="2" indent="-317500">
              <a:spcBef>
                <a:spcPts val="1600"/>
              </a:spcBef>
              <a:spcAft>
                <a:spcPts val="0"/>
              </a:spcAft>
              <a:buClr>
                <a:schemeClr val="accent1"/>
              </a:buClr>
              <a:buSzPts val="1400"/>
              <a:buChar char="■"/>
              <a:defRPr>
                <a:solidFill>
                  <a:schemeClr val="accent1"/>
                </a:solidFill>
                <a:highlight>
                  <a:schemeClr val="lt1"/>
                </a:highlight>
              </a:defRPr>
            </a:lvl3pPr>
            <a:lvl4pPr marL="1828800" lvl="3" indent="-317500">
              <a:spcBef>
                <a:spcPts val="1600"/>
              </a:spcBef>
              <a:spcAft>
                <a:spcPts val="0"/>
              </a:spcAft>
              <a:buClr>
                <a:schemeClr val="accent1"/>
              </a:buClr>
              <a:buSzPts val="1400"/>
              <a:buChar char="●"/>
              <a:defRPr>
                <a:solidFill>
                  <a:schemeClr val="accent1"/>
                </a:solidFill>
                <a:highlight>
                  <a:schemeClr val="lt1"/>
                </a:highlight>
              </a:defRPr>
            </a:lvl4pPr>
            <a:lvl5pPr marL="2286000" lvl="4" indent="-317500">
              <a:spcBef>
                <a:spcPts val="1600"/>
              </a:spcBef>
              <a:spcAft>
                <a:spcPts val="0"/>
              </a:spcAft>
              <a:buClr>
                <a:schemeClr val="accent1"/>
              </a:buClr>
              <a:buSzPts val="1400"/>
              <a:buChar char="○"/>
              <a:defRPr>
                <a:solidFill>
                  <a:schemeClr val="accent1"/>
                </a:solidFill>
                <a:highlight>
                  <a:schemeClr val="lt1"/>
                </a:highlight>
              </a:defRPr>
            </a:lvl5pPr>
            <a:lvl6pPr marL="2743200" lvl="5" indent="-317500">
              <a:spcBef>
                <a:spcPts val="1600"/>
              </a:spcBef>
              <a:spcAft>
                <a:spcPts val="0"/>
              </a:spcAft>
              <a:buClr>
                <a:schemeClr val="accent1"/>
              </a:buClr>
              <a:buSzPts val="1400"/>
              <a:buChar char="■"/>
              <a:defRPr>
                <a:solidFill>
                  <a:schemeClr val="accent1"/>
                </a:solidFill>
                <a:highlight>
                  <a:schemeClr val="lt1"/>
                </a:highlight>
              </a:defRPr>
            </a:lvl6pPr>
            <a:lvl7pPr marL="3200400" lvl="6" indent="-317500">
              <a:spcBef>
                <a:spcPts val="1600"/>
              </a:spcBef>
              <a:spcAft>
                <a:spcPts val="0"/>
              </a:spcAft>
              <a:buClr>
                <a:schemeClr val="accent1"/>
              </a:buClr>
              <a:buSzPts val="1400"/>
              <a:buChar char="●"/>
              <a:defRPr>
                <a:solidFill>
                  <a:schemeClr val="accent1"/>
                </a:solidFill>
                <a:highlight>
                  <a:schemeClr val="lt1"/>
                </a:highlight>
              </a:defRPr>
            </a:lvl7pPr>
            <a:lvl8pPr marL="3657600" lvl="7" indent="-317500">
              <a:spcBef>
                <a:spcPts val="1600"/>
              </a:spcBef>
              <a:spcAft>
                <a:spcPts val="0"/>
              </a:spcAft>
              <a:buClr>
                <a:schemeClr val="accent1"/>
              </a:buClr>
              <a:buSzPts val="1400"/>
              <a:buChar char="○"/>
              <a:defRPr>
                <a:solidFill>
                  <a:schemeClr val="accent1"/>
                </a:solidFill>
                <a:highlight>
                  <a:schemeClr val="lt1"/>
                </a:highlight>
              </a:defRPr>
            </a:lvl8pPr>
            <a:lvl9pPr marL="4114800" lvl="8" indent="-317500">
              <a:spcBef>
                <a:spcPts val="1600"/>
              </a:spcBef>
              <a:spcAft>
                <a:spcPts val="160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160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160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160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160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160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160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160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1600"/>
              </a:spcBef>
              <a:spcAft>
                <a:spcPts val="160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6"/>
        <p:cNvGrpSpPr/>
        <p:nvPr/>
      </p:nvGrpSpPr>
      <p:grpSpPr>
        <a:xfrm>
          <a:off x="0" y="0"/>
          <a:ext cx="0" cy="0"/>
          <a:chOff x="0" y="0"/>
          <a:chExt cx="0" cy="0"/>
        </a:xfrm>
      </p:grpSpPr>
      <p:sp>
        <p:nvSpPr>
          <p:cNvPr id="57" name="Google Shape;57;p14"/>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 name="Google Shape;58;p14"/>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59" name="Google Shape;59;p14"/>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4200"/>
              <a:buNone/>
              <a:defRPr sz="4200">
                <a:solidFill>
                  <a:schemeClr val="accent1"/>
                </a:solidFill>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a:endParaRPr/>
          </a:p>
        </p:txBody>
      </p:sp>
      <p:sp>
        <p:nvSpPr>
          <p:cNvPr id="60" name="Google Shape;60;p14"/>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2400"/>
              <a:buNone/>
              <a:defRPr sz="2400">
                <a:solidFill>
                  <a:schemeClr val="accent2"/>
                </a:solidFill>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61" name="Google Shape;61;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2"/>
        <p:cNvGrpSpPr/>
        <p:nvPr/>
      </p:nvGrpSpPr>
      <p:grpSpPr>
        <a:xfrm>
          <a:off x="0" y="0"/>
          <a:ext cx="0" cy="0"/>
          <a:chOff x="0" y="0"/>
          <a:chExt cx="0" cy="0"/>
        </a:xfrm>
      </p:grpSpPr>
      <p:cxnSp>
        <p:nvCxnSpPr>
          <p:cNvPr id="63" name="Google Shape;63;p15"/>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64" name="Google Shape;64;p15"/>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6"/>
        <p:cNvGrpSpPr/>
        <p:nvPr/>
      </p:nvGrpSpPr>
      <p:grpSpPr>
        <a:xfrm>
          <a:off x="0" y="0"/>
          <a:ext cx="0" cy="0"/>
          <a:chOff x="0" y="0"/>
          <a:chExt cx="0" cy="0"/>
        </a:xfrm>
      </p:grpSpPr>
      <p:sp>
        <p:nvSpPr>
          <p:cNvPr id="67" name="Google Shape;67;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9" name="Google Shape;69;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70" name="Google Shape;7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17"/>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82" name="Google Shape;8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400"/>
              <a:buNone/>
              <a:defRPr sz="5400">
                <a:solidFill>
                  <a:schemeClr val="accent1"/>
                </a:solidFill>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a:endParaRPr/>
          </a:p>
        </p:txBody>
      </p:sp>
      <p:sp>
        <p:nvSpPr>
          <p:cNvPr id="85" name="Google Shape;8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21"/>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89" name="Google Shape;89;p21"/>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4200"/>
              <a:buNone/>
              <a:defRPr sz="4200">
                <a:solidFill>
                  <a:schemeClr val="lt2"/>
                </a:solidFill>
              </a:defRPr>
            </a:lvl1pPr>
            <a:lvl2pPr lvl="1" algn="ctr" rtl="0">
              <a:spcBef>
                <a:spcPts val="0"/>
              </a:spcBef>
              <a:spcAft>
                <a:spcPts val="0"/>
              </a:spcAft>
              <a:buClr>
                <a:schemeClr val="lt2"/>
              </a:buClr>
              <a:buSzPts val="4200"/>
              <a:buNone/>
              <a:defRPr sz="4200">
                <a:solidFill>
                  <a:schemeClr val="lt2"/>
                </a:solidFill>
              </a:defRPr>
            </a:lvl2pPr>
            <a:lvl3pPr lvl="2" algn="ctr" rtl="0">
              <a:spcBef>
                <a:spcPts val="0"/>
              </a:spcBef>
              <a:spcAft>
                <a:spcPts val="0"/>
              </a:spcAft>
              <a:buClr>
                <a:schemeClr val="lt2"/>
              </a:buClr>
              <a:buSzPts val="4200"/>
              <a:buNone/>
              <a:defRPr sz="4200">
                <a:solidFill>
                  <a:schemeClr val="lt2"/>
                </a:solidFill>
              </a:defRPr>
            </a:lvl3pPr>
            <a:lvl4pPr lvl="3" algn="ctr" rtl="0">
              <a:spcBef>
                <a:spcPts val="0"/>
              </a:spcBef>
              <a:spcAft>
                <a:spcPts val="0"/>
              </a:spcAft>
              <a:buClr>
                <a:schemeClr val="lt2"/>
              </a:buClr>
              <a:buSzPts val="4200"/>
              <a:buNone/>
              <a:defRPr sz="4200">
                <a:solidFill>
                  <a:schemeClr val="lt2"/>
                </a:solidFill>
              </a:defRPr>
            </a:lvl4pPr>
            <a:lvl5pPr lvl="4" algn="ctr" rtl="0">
              <a:spcBef>
                <a:spcPts val="0"/>
              </a:spcBef>
              <a:spcAft>
                <a:spcPts val="0"/>
              </a:spcAft>
              <a:buClr>
                <a:schemeClr val="lt2"/>
              </a:buClr>
              <a:buSzPts val="4200"/>
              <a:buNone/>
              <a:defRPr sz="4200">
                <a:solidFill>
                  <a:schemeClr val="lt2"/>
                </a:solidFill>
              </a:defRPr>
            </a:lvl5pPr>
            <a:lvl6pPr lvl="5" algn="ctr" rtl="0">
              <a:spcBef>
                <a:spcPts val="0"/>
              </a:spcBef>
              <a:spcAft>
                <a:spcPts val="0"/>
              </a:spcAft>
              <a:buClr>
                <a:schemeClr val="lt2"/>
              </a:buClr>
              <a:buSzPts val="4200"/>
              <a:buNone/>
              <a:defRPr sz="4200">
                <a:solidFill>
                  <a:schemeClr val="lt2"/>
                </a:solidFill>
              </a:defRPr>
            </a:lvl6pPr>
            <a:lvl7pPr lvl="6" algn="ctr" rtl="0">
              <a:spcBef>
                <a:spcPts val="0"/>
              </a:spcBef>
              <a:spcAft>
                <a:spcPts val="0"/>
              </a:spcAft>
              <a:buClr>
                <a:schemeClr val="lt2"/>
              </a:buClr>
              <a:buSzPts val="4200"/>
              <a:buNone/>
              <a:defRPr sz="4200">
                <a:solidFill>
                  <a:schemeClr val="lt2"/>
                </a:solidFill>
              </a:defRPr>
            </a:lvl7pPr>
            <a:lvl8pPr lvl="7" algn="ctr" rtl="0">
              <a:spcBef>
                <a:spcPts val="0"/>
              </a:spcBef>
              <a:spcAft>
                <a:spcPts val="0"/>
              </a:spcAft>
              <a:buClr>
                <a:schemeClr val="lt2"/>
              </a:buClr>
              <a:buSzPts val="4200"/>
              <a:buNone/>
              <a:defRPr sz="4200">
                <a:solidFill>
                  <a:schemeClr val="lt2"/>
                </a:solidFill>
              </a:defRPr>
            </a:lvl8pPr>
            <a:lvl9pPr lvl="8" algn="ctr" rtl="0">
              <a:spcBef>
                <a:spcPts val="0"/>
              </a:spcBef>
              <a:spcAft>
                <a:spcPts val="0"/>
              </a:spcAft>
              <a:buClr>
                <a:schemeClr val="lt2"/>
              </a:buClr>
              <a:buSzPts val="4200"/>
              <a:buNone/>
              <a:defRPr sz="4200">
                <a:solidFill>
                  <a:schemeClr val="lt2"/>
                </a:solidFill>
              </a:defRPr>
            </a:lvl9pPr>
          </a:lstStyle>
          <a:p>
            <a:endParaRPr/>
          </a:p>
        </p:txBody>
      </p:sp>
      <p:sp>
        <p:nvSpPr>
          <p:cNvPr id="90" name="Google Shape;90;p21"/>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1" name="Google Shape;91;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accent1"/>
              </a:buClr>
              <a:buSzPts val="1800"/>
              <a:buChar char="●"/>
              <a:defRPr>
                <a:solidFill>
                  <a:schemeClr val="accent1"/>
                </a:solidFill>
              </a:defRPr>
            </a:lvl1pPr>
            <a:lvl2pPr marL="914400" lvl="1" indent="-317500" rtl="0">
              <a:spcBef>
                <a:spcPts val="1600"/>
              </a:spcBef>
              <a:spcAft>
                <a:spcPts val="0"/>
              </a:spcAft>
              <a:buClr>
                <a:schemeClr val="accent1"/>
              </a:buClr>
              <a:buSzPts val="1400"/>
              <a:buChar char="○"/>
              <a:defRPr>
                <a:solidFill>
                  <a:schemeClr val="accent1"/>
                </a:solidFill>
              </a:defRPr>
            </a:lvl2pPr>
            <a:lvl3pPr marL="1371600" lvl="2" indent="-317500" rtl="0">
              <a:spcBef>
                <a:spcPts val="1600"/>
              </a:spcBef>
              <a:spcAft>
                <a:spcPts val="0"/>
              </a:spcAft>
              <a:buClr>
                <a:schemeClr val="accent1"/>
              </a:buClr>
              <a:buSzPts val="1400"/>
              <a:buChar char="■"/>
              <a:defRPr>
                <a:solidFill>
                  <a:schemeClr val="accent1"/>
                </a:solidFill>
              </a:defRPr>
            </a:lvl3pPr>
            <a:lvl4pPr marL="1828800" lvl="3" indent="-317500" rtl="0">
              <a:spcBef>
                <a:spcPts val="1600"/>
              </a:spcBef>
              <a:spcAft>
                <a:spcPts val="0"/>
              </a:spcAft>
              <a:buClr>
                <a:schemeClr val="accent1"/>
              </a:buClr>
              <a:buSzPts val="1400"/>
              <a:buChar char="●"/>
              <a:defRPr>
                <a:solidFill>
                  <a:schemeClr val="accent1"/>
                </a:solidFill>
              </a:defRPr>
            </a:lvl4pPr>
            <a:lvl5pPr marL="2286000" lvl="4" indent="-317500" rtl="0">
              <a:spcBef>
                <a:spcPts val="1600"/>
              </a:spcBef>
              <a:spcAft>
                <a:spcPts val="0"/>
              </a:spcAft>
              <a:buClr>
                <a:schemeClr val="accent1"/>
              </a:buClr>
              <a:buSzPts val="1400"/>
              <a:buChar char="○"/>
              <a:defRPr>
                <a:solidFill>
                  <a:schemeClr val="accent1"/>
                </a:solidFill>
              </a:defRPr>
            </a:lvl5pPr>
            <a:lvl6pPr marL="2743200" lvl="5" indent="-317500" rtl="0">
              <a:spcBef>
                <a:spcPts val="1600"/>
              </a:spcBef>
              <a:spcAft>
                <a:spcPts val="0"/>
              </a:spcAft>
              <a:buClr>
                <a:schemeClr val="accent1"/>
              </a:buClr>
              <a:buSzPts val="1400"/>
              <a:buChar char="■"/>
              <a:defRPr>
                <a:solidFill>
                  <a:schemeClr val="accent1"/>
                </a:solidFill>
              </a:defRPr>
            </a:lvl6pPr>
            <a:lvl7pPr marL="3200400" lvl="6" indent="-317500" rtl="0">
              <a:spcBef>
                <a:spcPts val="1600"/>
              </a:spcBef>
              <a:spcAft>
                <a:spcPts val="0"/>
              </a:spcAft>
              <a:buClr>
                <a:schemeClr val="accent1"/>
              </a:buClr>
              <a:buSzPts val="1400"/>
              <a:buChar char="●"/>
              <a:defRPr>
                <a:solidFill>
                  <a:schemeClr val="accent1"/>
                </a:solidFill>
              </a:defRPr>
            </a:lvl7pPr>
            <a:lvl8pPr marL="3657600" lvl="7" indent="-317500" rtl="0">
              <a:spcBef>
                <a:spcPts val="1600"/>
              </a:spcBef>
              <a:spcAft>
                <a:spcPts val="0"/>
              </a:spcAft>
              <a:buClr>
                <a:schemeClr val="accent1"/>
              </a:buClr>
              <a:buSzPts val="1400"/>
              <a:buChar char="○"/>
              <a:defRPr>
                <a:solidFill>
                  <a:schemeClr val="accent1"/>
                </a:solidFill>
              </a:defRPr>
            </a:lvl8pPr>
            <a:lvl9pPr marL="4114800" lvl="8" indent="-317500" rtl="0">
              <a:spcBef>
                <a:spcPts val="1600"/>
              </a:spcBef>
              <a:spcAft>
                <a:spcPts val="1600"/>
              </a:spcAft>
              <a:buClr>
                <a:schemeClr val="accent1"/>
              </a:buClr>
              <a:buSzPts val="1400"/>
              <a:buChar char="■"/>
              <a:defRPr>
                <a:solidFill>
                  <a:schemeClr val="accent1"/>
                </a:solidFill>
              </a:defRPr>
            </a:lvl9pPr>
          </a:lstStyle>
          <a:p>
            <a:endParaRPr/>
          </a:p>
        </p:txBody>
      </p:sp>
      <p:sp>
        <p:nvSpPr>
          <p:cNvPr id="92" name="Google Shape;9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3"/>
        <p:cNvGrpSpPr/>
        <p:nvPr/>
      </p:nvGrpSpPr>
      <p:grpSpPr>
        <a:xfrm>
          <a:off x="0" y="0"/>
          <a:ext cx="0" cy="0"/>
          <a:chOff x="0" y="0"/>
          <a:chExt cx="0" cy="0"/>
        </a:xfrm>
      </p:grpSpPr>
      <p:sp>
        <p:nvSpPr>
          <p:cNvPr id="94" name="Google Shape;94;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95" name="Google Shape;9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6"/>
        <p:cNvGrpSpPr/>
        <p:nvPr/>
      </p:nvGrpSpPr>
      <p:grpSpPr>
        <a:xfrm>
          <a:off x="0" y="0"/>
          <a:ext cx="0" cy="0"/>
          <a:chOff x="0" y="0"/>
          <a:chExt cx="0" cy="0"/>
        </a:xfrm>
      </p:grpSpPr>
      <p:sp>
        <p:nvSpPr>
          <p:cNvPr id="97" name="Google Shape;97;p23"/>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0"/>
              <a:buNone/>
              <a:defRPr sz="14000" b="1"/>
            </a:lvl1pPr>
            <a:lvl2pPr lvl="1" algn="ctr" rtl="0">
              <a:spcBef>
                <a:spcPts val="0"/>
              </a:spcBef>
              <a:spcAft>
                <a:spcPts val="0"/>
              </a:spcAft>
              <a:buSzPts val="14000"/>
              <a:buNone/>
              <a:defRPr sz="14000" b="1"/>
            </a:lvl2pPr>
            <a:lvl3pPr lvl="2" algn="ctr" rtl="0">
              <a:spcBef>
                <a:spcPts val="0"/>
              </a:spcBef>
              <a:spcAft>
                <a:spcPts val="0"/>
              </a:spcAft>
              <a:buSzPts val="14000"/>
              <a:buNone/>
              <a:defRPr sz="14000" b="1"/>
            </a:lvl3pPr>
            <a:lvl4pPr lvl="3" algn="ctr" rtl="0">
              <a:spcBef>
                <a:spcPts val="0"/>
              </a:spcBef>
              <a:spcAft>
                <a:spcPts val="0"/>
              </a:spcAft>
              <a:buSzPts val="14000"/>
              <a:buNone/>
              <a:defRPr sz="14000" b="1"/>
            </a:lvl4pPr>
            <a:lvl5pPr lvl="4" algn="ctr" rtl="0">
              <a:spcBef>
                <a:spcPts val="0"/>
              </a:spcBef>
              <a:spcAft>
                <a:spcPts val="0"/>
              </a:spcAft>
              <a:buSzPts val="14000"/>
              <a:buNone/>
              <a:defRPr sz="14000" b="1"/>
            </a:lvl5pPr>
            <a:lvl6pPr lvl="5" algn="ctr" rtl="0">
              <a:spcBef>
                <a:spcPts val="0"/>
              </a:spcBef>
              <a:spcAft>
                <a:spcPts val="0"/>
              </a:spcAft>
              <a:buSzPts val="14000"/>
              <a:buNone/>
              <a:defRPr sz="14000" b="1"/>
            </a:lvl6pPr>
            <a:lvl7pPr lvl="6" algn="ctr" rtl="0">
              <a:spcBef>
                <a:spcPts val="0"/>
              </a:spcBef>
              <a:spcAft>
                <a:spcPts val="0"/>
              </a:spcAft>
              <a:buSzPts val="14000"/>
              <a:buNone/>
              <a:defRPr sz="14000" b="1"/>
            </a:lvl7pPr>
            <a:lvl8pPr lvl="7" algn="ctr" rtl="0">
              <a:spcBef>
                <a:spcPts val="0"/>
              </a:spcBef>
              <a:spcAft>
                <a:spcPts val="0"/>
              </a:spcAft>
              <a:buSzPts val="14000"/>
              <a:buNone/>
              <a:defRPr sz="14000" b="1"/>
            </a:lvl8pPr>
            <a:lvl9pPr lvl="8" algn="ctr" rtl="0">
              <a:spcBef>
                <a:spcPts val="0"/>
              </a:spcBef>
              <a:spcAft>
                <a:spcPts val="0"/>
              </a:spcAft>
              <a:buSzPts val="14000"/>
              <a:buNone/>
              <a:defRPr sz="14000" b="1"/>
            </a:lvl9pPr>
          </a:lstStyle>
          <a:p>
            <a:r>
              <a:t>xx%</a:t>
            </a:r>
          </a:p>
        </p:txBody>
      </p:sp>
      <p:sp>
        <p:nvSpPr>
          <p:cNvPr id="98" name="Google Shape;98;p23"/>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9" name="Google Shape;9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2"/>
        <p:cNvGrpSpPr/>
        <p:nvPr/>
      </p:nvGrpSpPr>
      <p:grpSpPr>
        <a:xfrm>
          <a:off x="0" y="0"/>
          <a:ext cx="0" cy="0"/>
          <a:chOff x="0" y="0"/>
          <a:chExt cx="0" cy="0"/>
        </a:xfrm>
      </p:grpSpPr>
      <p:sp>
        <p:nvSpPr>
          <p:cNvPr id="103" name="Google Shape;103;p25"/>
          <p:cNvSpPr txBox="1">
            <a:spLocks noGrp="1"/>
          </p:cNvSpPr>
          <p:nvPr>
            <p:ph type="title"/>
          </p:nvPr>
        </p:nvSpPr>
        <p:spPr>
          <a:xfrm>
            <a:off x="1435608" y="205978"/>
            <a:ext cx="7498200" cy="8574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rgbClr val="562214"/>
              </a:buClr>
              <a:buSzPts val="1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 name="Google Shape;104;p25"/>
          <p:cNvSpPr txBox="1">
            <a:spLocks noGrp="1"/>
          </p:cNvSpPr>
          <p:nvPr>
            <p:ph type="body" idx="1"/>
          </p:nvPr>
        </p:nvSpPr>
        <p:spPr>
          <a:xfrm>
            <a:off x="1435608" y="1085850"/>
            <a:ext cx="7498200" cy="3600600"/>
          </a:xfrm>
          <a:prstGeom prst="rect">
            <a:avLst/>
          </a:prstGeom>
          <a:noFill/>
          <a:ln>
            <a:noFill/>
          </a:ln>
        </p:spPr>
        <p:txBody>
          <a:bodyPr spcFirstLastPara="1" wrap="square" lIns="91425" tIns="45700" rIns="91425" bIns="45700" anchor="t" anchorCtr="0">
            <a:normAutofit/>
          </a:bodyPr>
          <a:lstStyle>
            <a:lvl1pPr marL="457200" lvl="0" indent="-320040" algn="l" rtl="0">
              <a:lnSpc>
                <a:spcPct val="100000"/>
              </a:lnSpc>
              <a:spcBef>
                <a:spcPts val="600"/>
              </a:spcBef>
              <a:spcAft>
                <a:spcPts val="0"/>
              </a:spcAft>
              <a:buSzPts val="1440"/>
              <a:buChar char="●"/>
              <a:defRPr/>
            </a:lvl1pPr>
            <a:lvl2pPr marL="914400" lvl="1" indent="-342900" algn="l" rtl="0">
              <a:lnSpc>
                <a:spcPct val="100000"/>
              </a:lnSpc>
              <a:spcBef>
                <a:spcPts val="1600"/>
              </a:spcBef>
              <a:spcAft>
                <a:spcPts val="0"/>
              </a:spcAft>
              <a:buSzPts val="1800"/>
              <a:buChar char="○"/>
              <a:defRPr/>
            </a:lvl2pPr>
            <a:lvl3pPr marL="1371600" lvl="2" indent="-342900" algn="l" rtl="0">
              <a:lnSpc>
                <a:spcPct val="100000"/>
              </a:lnSpc>
              <a:spcBef>
                <a:spcPts val="1600"/>
              </a:spcBef>
              <a:spcAft>
                <a:spcPts val="0"/>
              </a:spcAft>
              <a:buSzPts val="1800"/>
              <a:buChar char="■"/>
              <a:defRPr/>
            </a:lvl3pPr>
            <a:lvl4pPr marL="1828800" lvl="3" indent="-342900" algn="l" rtl="0">
              <a:lnSpc>
                <a:spcPct val="100000"/>
              </a:lnSpc>
              <a:spcBef>
                <a:spcPts val="1600"/>
              </a:spcBef>
              <a:spcAft>
                <a:spcPts val="0"/>
              </a:spcAft>
              <a:buSzPts val="1800"/>
              <a:buChar char="●"/>
              <a:defRPr/>
            </a:lvl4pPr>
            <a:lvl5pPr marL="2286000" lvl="4" indent="-342900" algn="l" rtl="0">
              <a:lnSpc>
                <a:spcPct val="100000"/>
              </a:lnSpc>
              <a:spcBef>
                <a:spcPts val="1600"/>
              </a:spcBef>
              <a:spcAft>
                <a:spcPts val="0"/>
              </a:spcAft>
              <a:buSzPts val="1800"/>
              <a:buChar char="○"/>
              <a:defRPr/>
            </a:lvl5pPr>
            <a:lvl6pPr marL="2743200" lvl="5" indent="-342900" algn="l" rtl="0">
              <a:lnSpc>
                <a:spcPct val="100000"/>
              </a:lnSpc>
              <a:spcBef>
                <a:spcPts val="1600"/>
              </a:spcBef>
              <a:spcAft>
                <a:spcPts val="0"/>
              </a:spcAft>
              <a:buSzPts val="1800"/>
              <a:buChar char="■"/>
              <a:defRPr/>
            </a:lvl6pPr>
            <a:lvl7pPr marL="3200400" lvl="6" indent="-342900" algn="l" rtl="0">
              <a:lnSpc>
                <a:spcPct val="100000"/>
              </a:lnSpc>
              <a:spcBef>
                <a:spcPts val="1600"/>
              </a:spcBef>
              <a:spcAft>
                <a:spcPts val="0"/>
              </a:spcAft>
              <a:buSzPts val="1800"/>
              <a:buChar char="●"/>
              <a:defRPr/>
            </a:lvl7pPr>
            <a:lvl8pPr marL="3657600" lvl="7" indent="-342900" algn="l" rtl="0">
              <a:lnSpc>
                <a:spcPct val="100000"/>
              </a:lnSpc>
              <a:spcBef>
                <a:spcPts val="1600"/>
              </a:spcBef>
              <a:spcAft>
                <a:spcPts val="0"/>
              </a:spcAft>
              <a:buSzPts val="1800"/>
              <a:buChar char="○"/>
              <a:defRPr/>
            </a:lvl8pPr>
            <a:lvl9pPr marL="4114800" lvl="8" indent="-342900" algn="l" rtl="0">
              <a:lnSpc>
                <a:spcPct val="100000"/>
              </a:lnSpc>
              <a:spcBef>
                <a:spcPts val="1600"/>
              </a:spcBef>
              <a:spcAft>
                <a:spcPts val="1600"/>
              </a:spcAft>
              <a:buSzPts val="1800"/>
              <a:buChar char="■"/>
              <a:defRPr/>
            </a:lvl9pPr>
          </a:lstStyle>
          <a:p>
            <a:endParaRPr/>
          </a:p>
        </p:txBody>
      </p:sp>
      <p:sp>
        <p:nvSpPr>
          <p:cNvPr id="105" name="Google Shape;105;p25"/>
          <p:cNvSpPr txBox="1">
            <a:spLocks noGrp="1"/>
          </p:cNvSpPr>
          <p:nvPr>
            <p:ph type="dt" idx="10"/>
          </p:nvPr>
        </p:nvSpPr>
        <p:spPr>
          <a:xfrm>
            <a:off x="3581400" y="4729163"/>
            <a:ext cx="2133600" cy="3573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25"/>
          <p:cNvSpPr txBox="1">
            <a:spLocks noGrp="1"/>
          </p:cNvSpPr>
          <p:nvPr>
            <p:ph type="ftr" idx="11"/>
          </p:nvPr>
        </p:nvSpPr>
        <p:spPr>
          <a:xfrm>
            <a:off x="5715000" y="4729163"/>
            <a:ext cx="2895600" cy="3573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 name="Google Shape;107;p25"/>
          <p:cNvSpPr txBox="1">
            <a:spLocks noGrp="1"/>
          </p:cNvSpPr>
          <p:nvPr>
            <p:ph type="sldNum" idx="12"/>
          </p:nvPr>
        </p:nvSpPr>
        <p:spPr>
          <a:xfrm>
            <a:off x="8613648" y="4729163"/>
            <a:ext cx="457200" cy="357300"/>
          </a:xfrm>
          <a:prstGeom prst="rect">
            <a:avLst/>
          </a:prstGeom>
          <a:noFill/>
          <a:ln>
            <a:noFill/>
          </a:ln>
        </p:spPr>
        <p:txBody>
          <a:bodyPr spcFirstLastPara="1" wrap="square" lIns="91425" tIns="45700" rIns="91425" bIns="45700"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54" name="Google Shape;54;p13"/>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rtl="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Old Standard TT"/>
                <a:ea typeface="Old Standard TT"/>
                <a:cs typeface="Old Standard TT"/>
                <a:sym typeface="Old Standard TT"/>
              </a:defRPr>
            </a:lvl1pPr>
            <a:lvl2pPr lvl="1" algn="r" rtl="0">
              <a:buNone/>
              <a:defRPr sz="1000">
                <a:solidFill>
                  <a:schemeClr val="dk1"/>
                </a:solidFill>
                <a:latin typeface="Old Standard TT"/>
                <a:ea typeface="Old Standard TT"/>
                <a:cs typeface="Old Standard TT"/>
                <a:sym typeface="Old Standard TT"/>
              </a:defRPr>
            </a:lvl2pPr>
            <a:lvl3pPr lvl="2" algn="r" rtl="0">
              <a:buNone/>
              <a:defRPr sz="1000">
                <a:solidFill>
                  <a:schemeClr val="dk1"/>
                </a:solidFill>
                <a:latin typeface="Old Standard TT"/>
                <a:ea typeface="Old Standard TT"/>
                <a:cs typeface="Old Standard TT"/>
                <a:sym typeface="Old Standard TT"/>
              </a:defRPr>
            </a:lvl3pPr>
            <a:lvl4pPr lvl="3" algn="r" rtl="0">
              <a:buNone/>
              <a:defRPr sz="1000">
                <a:solidFill>
                  <a:schemeClr val="dk1"/>
                </a:solidFill>
                <a:latin typeface="Old Standard TT"/>
                <a:ea typeface="Old Standard TT"/>
                <a:cs typeface="Old Standard TT"/>
                <a:sym typeface="Old Standard TT"/>
              </a:defRPr>
            </a:lvl4pPr>
            <a:lvl5pPr lvl="4" algn="r" rtl="0">
              <a:buNone/>
              <a:defRPr sz="1000">
                <a:solidFill>
                  <a:schemeClr val="dk1"/>
                </a:solidFill>
                <a:latin typeface="Old Standard TT"/>
                <a:ea typeface="Old Standard TT"/>
                <a:cs typeface="Old Standard TT"/>
                <a:sym typeface="Old Standard TT"/>
              </a:defRPr>
            </a:lvl5pPr>
            <a:lvl6pPr lvl="5" algn="r" rtl="0">
              <a:buNone/>
              <a:defRPr sz="1000">
                <a:solidFill>
                  <a:schemeClr val="dk1"/>
                </a:solidFill>
                <a:latin typeface="Old Standard TT"/>
                <a:ea typeface="Old Standard TT"/>
                <a:cs typeface="Old Standard TT"/>
                <a:sym typeface="Old Standard TT"/>
              </a:defRPr>
            </a:lvl6pPr>
            <a:lvl7pPr lvl="6" algn="r" rtl="0">
              <a:buNone/>
              <a:defRPr sz="1000">
                <a:solidFill>
                  <a:schemeClr val="dk1"/>
                </a:solidFill>
                <a:latin typeface="Old Standard TT"/>
                <a:ea typeface="Old Standard TT"/>
                <a:cs typeface="Old Standard TT"/>
                <a:sym typeface="Old Standard TT"/>
              </a:defRPr>
            </a:lvl7pPr>
            <a:lvl8pPr lvl="7" algn="r" rtl="0">
              <a:buNone/>
              <a:defRPr sz="1000">
                <a:solidFill>
                  <a:schemeClr val="dk1"/>
                </a:solidFill>
                <a:latin typeface="Old Standard TT"/>
                <a:ea typeface="Old Standard TT"/>
                <a:cs typeface="Old Standard TT"/>
                <a:sym typeface="Old Standard TT"/>
              </a:defRPr>
            </a:lvl8pPr>
            <a:lvl9pPr lvl="8" algn="r" rtl="0">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XoMd4ofWGJQ"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iYMlJ5BCwd0"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XoMd4ofWGJQ"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CBvqJj8XCxQ"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Coding goals:</a:t>
            </a:r>
            <a:endParaRPr/>
          </a:p>
        </p:txBody>
      </p:sp>
      <p:sp>
        <p:nvSpPr>
          <p:cNvPr id="113" name="Google Shape;113;p2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300" dirty="0"/>
              <a:t>Use your knowledge of </a:t>
            </a:r>
            <a:r>
              <a:rPr lang="en" sz="2300" dirty="0">
                <a:solidFill>
                  <a:srgbClr val="CC0000"/>
                </a:solidFill>
              </a:rPr>
              <a:t>“comments”</a:t>
            </a:r>
            <a:r>
              <a:rPr lang="en" sz="2300" dirty="0"/>
              <a:t> and fraction visuals to create videos that show solutions to fraction division problems. </a:t>
            </a:r>
            <a:endParaRPr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Coding and Math goals:</a:t>
            </a:r>
            <a:endParaRPr dirty="0"/>
          </a:p>
        </p:txBody>
      </p:sp>
      <p:sp>
        <p:nvSpPr>
          <p:cNvPr id="119" name="Google Shape;119;p2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dirty="0"/>
              <a:t>This is part of your final art integrated assessment for fraction division!</a:t>
            </a:r>
            <a:endParaRPr sz="2300" dirty="0"/>
          </a:p>
          <a:p>
            <a:pPr marL="0" lvl="0" indent="0" algn="l" rtl="0">
              <a:spcBef>
                <a:spcPts val="1600"/>
              </a:spcBef>
              <a:spcAft>
                <a:spcPts val="0"/>
              </a:spcAft>
              <a:buNone/>
            </a:pPr>
            <a:r>
              <a:rPr lang="en" sz="2300" dirty="0"/>
              <a:t>Be diverse and focused!</a:t>
            </a:r>
            <a:endParaRPr sz="2300" dirty="0"/>
          </a:p>
          <a:p>
            <a:pPr marL="0" lvl="0" indent="0" algn="l" rtl="0">
              <a:spcBef>
                <a:spcPts val="1600"/>
              </a:spcBef>
              <a:spcAft>
                <a:spcPts val="1600"/>
              </a:spcAft>
              <a:buNone/>
            </a:pPr>
            <a:endParaRPr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Coding goals:</a:t>
            </a:r>
            <a:endParaRPr/>
          </a:p>
        </p:txBody>
      </p:sp>
      <p:sp>
        <p:nvSpPr>
          <p:cNvPr id="125" name="Google Shape;125;p2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a:t>Let’s get to know the coding first!</a:t>
            </a:r>
            <a:endParaRPr sz="2300"/>
          </a:p>
          <a:p>
            <a:pPr marL="0" lvl="0" indent="0" algn="l" rtl="0">
              <a:spcBef>
                <a:spcPts val="1600"/>
              </a:spcBef>
              <a:spcAft>
                <a:spcPts val="1600"/>
              </a:spcAft>
              <a:buNone/>
            </a:pP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Making and Downloading Videos with Fraction Objects</a:t>
            </a:r>
            <a:endParaRPr/>
          </a:p>
        </p:txBody>
      </p:sp>
      <p:sp>
        <p:nvSpPr>
          <p:cNvPr id="131" name="Google Shape;131;p29"/>
          <p:cNvSpPr txBox="1">
            <a:spLocks noGrp="1"/>
          </p:cNvSpPr>
          <p:nvPr>
            <p:ph type="body" idx="1"/>
          </p:nvPr>
        </p:nvSpPr>
        <p:spPr>
          <a:xfrm>
            <a:off x="311700" y="16288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solidFill>
                  <a:srgbClr val="212121"/>
                </a:solidFill>
                <a:highlight>
                  <a:srgbClr val="FFFFFF"/>
                </a:highlight>
                <a:latin typeface="Roboto"/>
                <a:ea typeface="Roboto"/>
                <a:cs typeface="Roboto"/>
                <a:sym typeface="Roboto"/>
              </a:rPr>
              <a:t>Change the fractions and comments.</a:t>
            </a:r>
            <a:endParaRPr sz="1900" dirty="0">
              <a:solidFill>
                <a:srgbClr val="212121"/>
              </a:solidFill>
              <a:highlight>
                <a:srgbClr val="FFFFFF"/>
              </a:highlight>
              <a:latin typeface="Roboto"/>
              <a:ea typeface="Roboto"/>
              <a:cs typeface="Roboto"/>
              <a:sym typeface="Roboto"/>
            </a:endParaRPr>
          </a:p>
          <a:p>
            <a:pPr marL="0" lvl="0" indent="0" algn="l" rtl="0">
              <a:spcBef>
                <a:spcPts val="1600"/>
              </a:spcBef>
              <a:spcAft>
                <a:spcPts val="1600"/>
              </a:spcAft>
              <a:buNone/>
            </a:pPr>
            <a:r>
              <a:rPr lang="en" sz="1900" dirty="0">
                <a:solidFill>
                  <a:srgbClr val="212121"/>
                </a:solidFill>
                <a:highlight>
                  <a:srgbClr val="FFFFFF"/>
                </a:highlight>
                <a:latin typeface="Roboto"/>
                <a:ea typeface="Roboto"/>
                <a:cs typeface="Roboto"/>
                <a:sym typeface="Roboto"/>
              </a:rPr>
              <a:t>Change the speed.</a:t>
            </a:r>
            <a:endParaRPr sz="1900" dirty="0">
              <a:solidFill>
                <a:srgbClr val="212121"/>
              </a:solidFill>
              <a:highlight>
                <a:srgbClr val="FFFFFF"/>
              </a:highlight>
              <a:latin typeface="Roboto"/>
              <a:ea typeface="Roboto"/>
              <a:cs typeface="Roboto"/>
              <a:sym typeface="Roboto"/>
            </a:endParaRPr>
          </a:p>
        </p:txBody>
      </p:sp>
      <p:pic>
        <p:nvPicPr>
          <p:cNvPr id="132" name="Google Shape;132;p29"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Creating a video for multiplication</a:t>
            </a:r>
            <a:endParaRPr dirty="0"/>
          </a:p>
        </p:txBody>
      </p:sp>
      <p:sp>
        <p:nvSpPr>
          <p:cNvPr id="138" name="Google Shape;138;p30"/>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Change the multiplication problem.</a:t>
            </a:r>
            <a:endParaRPr sz="2500" dirty="0"/>
          </a:p>
          <a:p>
            <a:pPr marL="0" lvl="0" indent="0" algn="l" rtl="0">
              <a:spcBef>
                <a:spcPts val="1600"/>
              </a:spcBef>
              <a:spcAft>
                <a:spcPts val="0"/>
              </a:spcAft>
              <a:buNone/>
            </a:pPr>
            <a:r>
              <a:rPr lang="en" sz="2500" dirty="0"/>
              <a:t>Change the comments.</a:t>
            </a:r>
            <a:endParaRPr sz="2500" dirty="0"/>
          </a:p>
          <a:p>
            <a:pPr marL="0" lvl="0" indent="0" algn="l" rtl="0">
              <a:spcBef>
                <a:spcPts val="1600"/>
              </a:spcBef>
              <a:spcAft>
                <a:spcPts val="1600"/>
              </a:spcAft>
              <a:buNone/>
            </a:pPr>
            <a:r>
              <a:rPr lang="en" sz="2500" dirty="0"/>
              <a:t>Change the speed.</a:t>
            </a:r>
            <a:endParaRPr sz="2500" dirty="0"/>
          </a:p>
        </p:txBody>
      </p:sp>
      <p:pic>
        <p:nvPicPr>
          <p:cNvPr id="139" name="Google Shape;139;p30"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p:cTn id="7" dur="10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Video part 2</a:t>
            </a:r>
            <a:endParaRPr dirty="0"/>
          </a:p>
        </p:txBody>
      </p:sp>
      <p:sp>
        <p:nvSpPr>
          <p:cNvPr id="145" name="Google Shape;145;p3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500" dirty="0"/>
              <a:t>Adding text to your video.</a:t>
            </a:r>
            <a:r>
              <a:rPr sz="2500" dirty="0"/>
              <a:t> </a:t>
            </a:r>
            <a:endParaRPr lang="en-US" sz="2500" dirty="0"/>
          </a:p>
          <a:p>
            <a:pPr marL="0" lvl="0" indent="0" algn="l" rtl="0">
              <a:spcBef>
                <a:spcPts val="0"/>
              </a:spcBef>
              <a:spcAft>
                <a:spcPts val="0"/>
              </a:spcAft>
              <a:buClr>
                <a:schemeClr val="dk1"/>
              </a:buClr>
              <a:buSzPts val="1100"/>
              <a:buFont typeface="Arial"/>
              <a:buNone/>
            </a:pPr>
            <a:r>
              <a:rPr lang="en-US" sz="2500" dirty="0"/>
              <a:t>Adding picture to your video.</a:t>
            </a:r>
          </a:p>
          <a:p>
            <a:pPr marL="0" lvl="0" indent="0" algn="l" rtl="0">
              <a:spcBef>
                <a:spcPts val="0"/>
              </a:spcBef>
              <a:spcAft>
                <a:spcPts val="0"/>
              </a:spcAft>
              <a:buClr>
                <a:schemeClr val="dk1"/>
              </a:buClr>
              <a:buSzPts val="1100"/>
              <a:buFont typeface="Arial"/>
              <a:buNone/>
            </a:pPr>
            <a:r>
              <a:rPr lang="en" sz="2500" dirty="0"/>
              <a:t>Putting it all together.</a:t>
            </a:r>
            <a:endParaRPr sz="2500" dirty="0"/>
          </a:p>
        </p:txBody>
      </p:sp>
      <p:pic>
        <p:nvPicPr>
          <p:cNvPr id="146" name="Google Shape;146;p31"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Warm ups</a:t>
            </a:r>
            <a:endParaRPr dirty="0"/>
          </a:p>
        </p:txBody>
      </p:sp>
      <p:sp>
        <p:nvSpPr>
          <p:cNvPr id="152" name="Google Shape;152;p32"/>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Pass the student handout with division problems.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Work independently on your warms ups.</a:t>
            </a:r>
            <a:endParaRPr dirty="0"/>
          </a:p>
          <a:p>
            <a:pPr marL="0" lvl="0" indent="0" algn="l" rtl="0">
              <a:spcBef>
                <a:spcPts val="1600"/>
              </a:spcBef>
              <a:spcAft>
                <a:spcPts val="1600"/>
              </a:spcAft>
              <a:buNone/>
            </a:pPr>
            <a:r>
              <a:rPr lang="en" dirty="0"/>
              <a:t>Think about how you can use the coding you just learned to show your solutions!</a:t>
            </a:r>
            <a:endParaRPr dirty="0"/>
          </a:p>
        </p:txBody>
      </p:sp>
      <p:pic>
        <p:nvPicPr>
          <p:cNvPr id="153" name="Google Shape;153;p32" descr="8 Minute Timer - Relaxing Music for Stress Relief&#10;&#10;📜 Message from the Creator of Tick Tock Countdown Timer&#10;&#10;I am Tom C. and I specialise in the field of Mental Health for a number of years.  I want to place where people can relax, unwind, study and sleep better. &#10;&#10;My videos are ideal for studying, sleep, relaxation and exercise. My aim is to provide the highest quality relaxing content that doesn’t contain any annoying talking or commentary. Research shows this can be help with mental heath. &#10;&#10;All my timer videos are made in high quality with editing programs such as Premiere Pro 2020, Photoshop and Luma Fusion. Each video takes many hours of editing and mixing to produce the perfect timer video for my viewers. &#10;&#10;Some video and audio files are make in collaboration with other video and audio creators with all the licenses and commercial use rights.&#10;&#10;All videos, audio, effects are mixed and created by myself.&#10;&#10;⏱ Popular Timers &#10;&#10;5 Minute Timer - Calm and Relaxing Music: https://youtu.be/hso3oR8PJss&#10;10 Minute Timer - Relaxing Music: https://youtu;.be/yxu0qHbG_2c&#10;15 Minute Timer - No Music: https://youtu.be/v-vXDXrGSlI&#10;30 Minute Timer - Instrumental Relaxing Music: https://youtu.be/G4X4ZQHsTyE&#10;45 Minute Timer - Ambient Music: https://youtu.be/TKmhQprljAc&#10;1 Hour Timer - Beautiful Ocean Sunset https://youtu.be/TKmhQprljAc&#10;&#10;🎥 Editing&#10;            -  Luma Fusion&#10;            -  Premiere Pro 2020&#10;            - Adobe After Effects&#10;            - Photoshop&#10;&#10;📽Video and filming&#10;            - Sony a6000&#10;            - Fujifilm X-T3&#10;            - GoPro Hero8 &#10;            - Story Blocks&#10;            -  Pexels&#10;            -  Pixabay&#10;            - Adobe Stock&#10;            - Pond 5&#10;&#10;🎶Audio&#10;            - Story Blocks&#10;            - Youtube Audio Library&#10;&#10;🎤Microphone&#10;            - Blue Yeta&#10;            - Audio-Technica BP4025&#10;            - Zoom H2N&#10;&#10;&#10;Hashtags&#10;#Timer #Relaxation #RelaxingMusic&#10;&#10;© Copyright Tick Tock Countdown Timer 2022. All rights reserved. Any reproduction or republication of all or part of this video is prohibited. All of the video material on this channel is copyright protected. If you like my timers, please support me by buying me a coffee with the link below.&#10;&#10;https://www.buymeacoffee.com/ccproductiw" title="8 Minute Timer - Relaxing Music for Stress Relief">
            <a:hlinkClick r:id="rId3"/>
          </p:cNvPr>
          <p:cNvPicPr preferRelativeResize="0"/>
          <p:nvPr/>
        </p:nvPicPr>
        <p:blipFill>
          <a:blip r:embed="rId4">
            <a:alphaModFix/>
          </a:blip>
          <a:stretch>
            <a:fillRect/>
          </a:stretch>
        </p:blipFill>
        <p:spPr>
          <a:xfrm>
            <a:off x="159850" y="3272150"/>
            <a:ext cx="3048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3"/>
          <p:cNvSpPr txBox="1">
            <a:spLocks noGrp="1"/>
          </p:cNvSpPr>
          <p:nvPr>
            <p:ph type="title"/>
          </p:nvPr>
        </p:nvSpPr>
        <p:spPr>
          <a:xfrm>
            <a:off x="87050" y="64025"/>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the coding!</a:t>
            </a:r>
            <a:endParaRPr/>
          </a:p>
        </p:txBody>
      </p:sp>
      <p:sp>
        <p:nvSpPr>
          <p:cNvPr id="159" name="Google Shape;159;p33"/>
          <p:cNvSpPr txBox="1">
            <a:spLocks noGrp="1"/>
          </p:cNvSpPr>
          <p:nvPr>
            <p:ph type="body" idx="1"/>
          </p:nvPr>
        </p:nvSpPr>
        <p:spPr>
          <a:xfrm>
            <a:off x="2400" y="714400"/>
            <a:ext cx="90570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Check with your team that you agree on the correct diagrams and solutions.</a:t>
            </a:r>
            <a:endParaRPr sz="2500" dirty="0"/>
          </a:p>
          <a:p>
            <a:pPr marL="0" lvl="0" indent="0" algn="l" rtl="0">
              <a:spcBef>
                <a:spcPts val="1600"/>
              </a:spcBef>
              <a:spcAft>
                <a:spcPts val="0"/>
              </a:spcAft>
              <a:buNone/>
            </a:pPr>
            <a:r>
              <a:rPr lang="en" sz="2500" dirty="0"/>
              <a:t>Check your answers on the computer using coding.</a:t>
            </a:r>
            <a:endParaRPr sz="2500" dirty="0"/>
          </a:p>
          <a:p>
            <a:pPr marL="0" lvl="0" indent="0" algn="l" rtl="0">
              <a:spcBef>
                <a:spcPts val="1600"/>
              </a:spcBef>
              <a:spcAft>
                <a:spcPts val="0"/>
              </a:spcAft>
              <a:buNone/>
            </a:pPr>
            <a:r>
              <a:rPr lang="en" sz="2500" dirty="0"/>
              <a:t>Create videos to show your answers. Download them if finished!</a:t>
            </a:r>
            <a:endParaRPr sz="2500" dirty="0"/>
          </a:p>
          <a:p>
            <a:pPr marL="0" lvl="0" indent="0" algn="l" rtl="0">
              <a:spcBef>
                <a:spcPts val="1600"/>
              </a:spcBef>
              <a:spcAft>
                <a:spcPts val="0"/>
              </a:spcAft>
              <a:buNone/>
            </a:pPr>
            <a:endParaRPr sz="2500" dirty="0"/>
          </a:p>
          <a:p>
            <a:pPr marL="0" lvl="0" indent="0" algn="l" rtl="0">
              <a:spcBef>
                <a:spcPts val="1600"/>
              </a:spcBef>
              <a:spcAft>
                <a:spcPts val="1600"/>
              </a:spcAft>
              <a:buNone/>
            </a:pPr>
            <a:endParaRPr sz="2500" dirty="0"/>
          </a:p>
        </p:txBody>
      </p:sp>
      <p:pic>
        <p:nvPicPr>
          <p:cNvPr id="160" name="Google Shape;160;p33" descr="Set a timer for 8 minutes. This 8 minute timer with alarm silently counts down to 00:00 and then alerts you with a gentle alarm sound.&#10;&#10;What Is the 8 Minute Timer?&#10;If you're looking for a timer to help you stay on track with your work, a 8 minute countdown is a great option. You can use it to break up your work time into manageable chunks, and it can also help you avoid getting bogged down with one task for too long.&#10;&#10;How to Set a 8 Minute Timer&#10;There are a few different ways to set a 8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8 Minute Alarm?&#10;This timer is perfect for work or study sessions. It's also great for any activity where you want to be sure to take a break every 8 minutes, such as cooking, laundry, or working out.&#10;&#10;Online Timer - https://timer.onlinealarmkur.com/en/" title="8 Minute Timer">
            <a:hlinkClick r:id="rId3"/>
          </p:cNvPr>
          <p:cNvPicPr preferRelativeResize="0"/>
          <p:nvPr/>
        </p:nvPicPr>
        <p:blipFill>
          <a:blip r:embed="rId4">
            <a:alphaModFix/>
          </a:blip>
          <a:stretch>
            <a:fillRect/>
          </a:stretch>
        </p:blipFill>
        <p:spPr>
          <a:xfrm>
            <a:off x="87050" y="3144100"/>
            <a:ext cx="3192700" cy="1795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0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Shout outs!</a:t>
            </a:r>
            <a:endParaRPr/>
          </a:p>
        </p:txBody>
      </p:sp>
      <p:sp>
        <p:nvSpPr>
          <p:cNvPr id="166" name="Google Shape;166;p3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lesson</a:t>
            </a:r>
            <a:endParaRPr/>
          </a:p>
        </p:txBody>
      </p:sp>
      <p:sp>
        <p:nvSpPr>
          <p:cNvPr id="172" name="Google Shape;172;p35"/>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 independently on your assigned problem</a:t>
            </a:r>
            <a:endParaRPr/>
          </a:p>
          <a:p>
            <a:pPr marL="0" lvl="0" indent="0" algn="l" rtl="0">
              <a:spcBef>
                <a:spcPts val="1600"/>
              </a:spcBef>
              <a:spcAft>
                <a:spcPts val="0"/>
              </a:spcAft>
              <a:buNone/>
            </a:pPr>
            <a:r>
              <a:rPr lang="en"/>
              <a:t>Work on a different problem if you have extra time.</a:t>
            </a:r>
            <a:endParaRPr/>
          </a:p>
          <a:p>
            <a:pPr marL="0" lvl="0" indent="0" algn="l" rtl="0">
              <a:spcBef>
                <a:spcPts val="1600"/>
              </a:spcBef>
              <a:spcAft>
                <a:spcPts val="0"/>
              </a:spcAft>
              <a:buClr>
                <a:schemeClr val="dk1"/>
              </a:buClr>
              <a:buSzPts val="1100"/>
              <a:buFont typeface="Arial"/>
              <a:buNone/>
            </a:pPr>
            <a:r>
              <a:rPr lang="en"/>
              <a:t>Think about how you can use the coding you just learned to show your solutions!</a:t>
            </a:r>
            <a:endParaRPr/>
          </a:p>
          <a:p>
            <a:pPr marL="0" lvl="0" indent="0" algn="l" rtl="0">
              <a:spcBef>
                <a:spcPts val="1600"/>
              </a:spcBef>
              <a:spcAft>
                <a:spcPts val="1600"/>
              </a:spcAft>
              <a:buNone/>
            </a:pPr>
            <a:endParaRPr/>
          </a:p>
        </p:txBody>
      </p:sp>
      <p:pic>
        <p:nvPicPr>
          <p:cNvPr id="173" name="Google Shape;173;p35" descr="8 Minute Timer - Relaxing Music for Stress Relief&#10;&#10;📜 Message from the Creator of Tick Tock Countdown Timer&#10;&#10;I am Tom C. and I specialise in the field of Mental Health for a number of years.  I want to place where people can relax, unwind, study and sleep better. &#10;&#10;My videos are ideal for studying, sleep, relaxation and exercise. My aim is to provide the highest quality relaxing content that doesn’t contain any annoying talking or commentary. Research shows this can be help with mental heath. &#10;&#10;All my timer videos are made in high quality with editing programs such as Premiere Pro 2020, Photoshop and Luma Fusion. Each video takes many hours of editing and mixing to produce the perfect timer video for my viewers. &#10;&#10;Some video and audio files are make in collaboration with other video and audio creators with all the licenses and commercial use rights.&#10;&#10;All videos, audio, effects are mixed and created by myself.&#10;&#10;⏱ Popular Timers &#10;&#10;5 Minute Timer - Calm and Relaxing Music: https://youtu.be/hso3oR8PJss&#10;10 Minute Timer - Relaxing Music: https://youtu;.be/yxu0qHbG_2c&#10;15 Minute Timer - No Music: https://youtu.be/v-vXDXrGSlI&#10;30 Minute Timer - Instrumental Relaxing Music: https://youtu.be/G4X4ZQHsTyE&#10;45 Minute Timer - Ambient Music: https://youtu.be/TKmhQprljAc&#10;1 Hour Timer - Beautiful Ocean Sunset https://youtu.be/TKmhQprljAc&#10;&#10;🎥 Editing&#10;            -  Luma Fusion&#10;            -  Premiere Pro 2020&#10;            - Adobe After Effects&#10;            - Photoshop&#10;&#10;📽Video and filming&#10;            - Sony a6000&#10;            - Fujifilm X-T3&#10;            - GoPro Hero8 &#10;            - Story Blocks&#10;            -  Pexels&#10;            -  Pixabay&#10;            - Adobe Stock&#10;            - Pond 5&#10;&#10;🎶Audio&#10;            - Story Blocks&#10;            - Youtube Audio Library&#10;&#10;🎤Microphone&#10;            - Blue Yeta&#10;            - Audio-Technica BP4025&#10;            - Zoom H2N&#10;&#10;&#10;Hashtags&#10;#Timer #Relaxation #RelaxingMusic&#10;&#10;© Copyright Tick Tock Countdown Timer 2022. All rights reserved. Any reproduction or republication of all or part of this video is prohibited. All of the video material on this channel is copyright protected. If you like my timers, please support me by buying me a coffee with the link below.&#10;&#10;https://www.buymeacoffee.com/ccproductiw" title="8 Minute Timer - Relaxing Music for Stress Relief">
            <a:hlinkClick r:id="rId3"/>
          </p:cNvPr>
          <p:cNvPicPr preferRelativeResize="0"/>
          <p:nvPr/>
        </p:nvPicPr>
        <p:blipFill>
          <a:blip r:embed="rId4">
            <a:alphaModFix/>
          </a:blip>
          <a:stretch>
            <a:fillRect/>
          </a:stretch>
        </p:blipFill>
        <p:spPr>
          <a:xfrm>
            <a:off x="159850" y="3272150"/>
            <a:ext cx="3048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0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6"/>
          <p:cNvSpPr txBox="1">
            <a:spLocks noGrp="1"/>
          </p:cNvSpPr>
          <p:nvPr>
            <p:ph type="title"/>
          </p:nvPr>
        </p:nvSpPr>
        <p:spPr>
          <a:xfrm>
            <a:off x="43500" y="88050"/>
            <a:ext cx="90570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the coding!</a:t>
            </a:r>
            <a:endParaRPr/>
          </a:p>
        </p:txBody>
      </p:sp>
      <p:sp>
        <p:nvSpPr>
          <p:cNvPr id="179" name="Google Shape;179;p36"/>
          <p:cNvSpPr txBox="1">
            <a:spLocks noGrp="1"/>
          </p:cNvSpPr>
          <p:nvPr>
            <p:ph type="body" idx="1"/>
          </p:nvPr>
        </p:nvSpPr>
        <p:spPr>
          <a:xfrm>
            <a:off x="87050" y="701250"/>
            <a:ext cx="88425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500" dirty="0"/>
              <a:t>Check with your team that you agree on the correct diagram and solution.</a:t>
            </a:r>
            <a:endParaRPr sz="2500" dirty="0"/>
          </a:p>
          <a:p>
            <a:pPr marL="0" lvl="0" indent="0" algn="l" rtl="0">
              <a:spcBef>
                <a:spcPts val="1600"/>
              </a:spcBef>
              <a:spcAft>
                <a:spcPts val="0"/>
              </a:spcAft>
              <a:buClr>
                <a:schemeClr val="dk1"/>
              </a:buClr>
              <a:buSzPts val="1100"/>
              <a:buFont typeface="Arial"/>
              <a:buNone/>
            </a:pPr>
            <a:r>
              <a:rPr lang="en" sz="2500" dirty="0"/>
              <a:t>Check your answers on the computer using coding.</a:t>
            </a:r>
            <a:endParaRPr sz="2500" dirty="0"/>
          </a:p>
          <a:p>
            <a:pPr marL="0" lvl="0" indent="0" algn="l" rtl="0">
              <a:spcBef>
                <a:spcPts val="1600"/>
              </a:spcBef>
              <a:spcAft>
                <a:spcPts val="0"/>
              </a:spcAft>
              <a:buNone/>
            </a:pPr>
            <a:r>
              <a:rPr lang="en" sz="2500" dirty="0"/>
              <a:t>Create videos to show your answers. </a:t>
            </a:r>
            <a:endParaRPr sz="2500" dirty="0"/>
          </a:p>
          <a:p>
            <a:pPr marL="0" lvl="0" indent="0" algn="l" rtl="0">
              <a:spcBef>
                <a:spcPts val="1600"/>
              </a:spcBef>
              <a:spcAft>
                <a:spcPts val="0"/>
              </a:spcAft>
              <a:buNone/>
            </a:pPr>
            <a:r>
              <a:rPr lang="en" sz="2500" dirty="0"/>
              <a:t>                                         Download them if finished!    </a:t>
            </a:r>
            <a:endParaRPr sz="2500" dirty="0"/>
          </a:p>
          <a:p>
            <a:pPr marL="0" lvl="0" indent="0" algn="l" rtl="0">
              <a:spcBef>
                <a:spcPts val="1600"/>
              </a:spcBef>
              <a:spcAft>
                <a:spcPts val="0"/>
              </a:spcAft>
              <a:buNone/>
            </a:pPr>
            <a:r>
              <a:rPr lang="en" sz="2500" dirty="0"/>
              <a:t>                                         Diversity, Details, Organization</a:t>
            </a:r>
            <a:endParaRPr sz="2500" dirty="0"/>
          </a:p>
          <a:p>
            <a:pPr marL="0" lvl="0" indent="0" algn="l" rtl="0">
              <a:spcBef>
                <a:spcPts val="1600"/>
              </a:spcBef>
              <a:spcAft>
                <a:spcPts val="0"/>
              </a:spcAft>
              <a:buClr>
                <a:schemeClr val="dk1"/>
              </a:buClr>
              <a:buSzPts val="1100"/>
              <a:buFont typeface="Arial"/>
              <a:buNone/>
            </a:pPr>
            <a:r>
              <a:rPr lang="en" sz="2500" dirty="0"/>
              <a:t>                                     </a:t>
            </a:r>
            <a:endParaRPr sz="2500" dirty="0"/>
          </a:p>
          <a:p>
            <a:pPr marL="0" lvl="0" indent="0" algn="l" rtl="0">
              <a:spcBef>
                <a:spcPts val="1600"/>
              </a:spcBef>
              <a:spcAft>
                <a:spcPts val="0"/>
              </a:spcAft>
              <a:buClr>
                <a:schemeClr val="dk1"/>
              </a:buClr>
              <a:buSzPts val="1100"/>
              <a:buFont typeface="Arial"/>
              <a:buNone/>
            </a:pPr>
            <a:endParaRPr sz="2500" dirty="0"/>
          </a:p>
          <a:p>
            <a:pPr marL="0" lvl="0" indent="0" algn="l" rtl="0">
              <a:spcBef>
                <a:spcPts val="1600"/>
              </a:spcBef>
              <a:spcAft>
                <a:spcPts val="1600"/>
              </a:spcAft>
              <a:buNone/>
            </a:pPr>
            <a:endParaRPr sz="2500" dirty="0"/>
          </a:p>
        </p:txBody>
      </p:sp>
      <p:sp>
        <p:nvSpPr>
          <p:cNvPr id="180" name="Google Shape;180;p36"/>
          <p:cNvSpPr txBox="1"/>
          <p:nvPr/>
        </p:nvSpPr>
        <p:spPr>
          <a:xfrm>
            <a:off x="3759875" y="4305150"/>
            <a:ext cx="5257200" cy="56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r>
              <a:rPr lang="en" sz="2500">
                <a:solidFill>
                  <a:schemeClr val="dk1"/>
                </a:solidFill>
                <a:latin typeface="Old Standard TT"/>
                <a:ea typeface="Old Standard TT"/>
                <a:cs typeface="Old Standard TT"/>
                <a:sym typeface="Old Standard TT"/>
              </a:rPr>
              <a:t>Add pictures or comments to explain</a:t>
            </a:r>
            <a:endParaRPr sz="2500">
              <a:solidFill>
                <a:schemeClr val="dk1"/>
              </a:solidFill>
              <a:latin typeface="Old Standard TT"/>
              <a:ea typeface="Old Standard TT"/>
              <a:cs typeface="Old Standard TT"/>
              <a:sym typeface="Old Standard TT"/>
            </a:endParaRPr>
          </a:p>
        </p:txBody>
      </p:sp>
      <p:pic>
        <p:nvPicPr>
          <p:cNvPr id="181" name="Google Shape;181;p36" descr="Set a timer for 20 minutes. This 20 minute timer with alarm silently counts down to 00:00 and then alerts you with a gentle alarm sound.&#10;&#10;What Is the 20 Minute Timer?&#10;If you're looking for a timer to help you stay on track with your work, a 20 minute countdown is a great option. You can use it to break up your work time into manageable chunks, and it can also help you avoid getting bogged down with one task for too long.&#10;&#10;How to Set a 20 Minute Timer&#10;There are a few different ways to set a 2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20 Minute Alarm?&#10;This timer is perfect for work or study sessions. It's also great for any activity where you want to be sure to take a break every 20 minutes, such as cooking, laundry, or working out.&#10;&#10;Online Timer - https://timer.onlinealarmkur.com/en/" title="20 Minute Timer">
            <a:hlinkClick r:id="rId3"/>
          </p:cNvPr>
          <p:cNvPicPr preferRelativeResize="0"/>
          <p:nvPr/>
        </p:nvPicPr>
        <p:blipFill>
          <a:blip r:embed="rId4">
            <a:alphaModFix/>
          </a:blip>
          <a:stretch>
            <a:fillRect/>
          </a:stretch>
        </p:blipFill>
        <p:spPr>
          <a:xfrm>
            <a:off x="43500" y="3429000"/>
            <a:ext cx="3048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p:cTn id="7" dur="10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Shout outs!</a:t>
            </a:r>
            <a:endParaRPr/>
          </a:p>
        </p:txBody>
      </p:sp>
      <p:sp>
        <p:nvSpPr>
          <p:cNvPr id="187" name="Google Shape;187;p3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15C39-D321-FCAC-B00C-0AA536E50463}"/>
              </a:ext>
            </a:extLst>
          </p:cNvPr>
          <p:cNvSpPr>
            <a:spLocks noGrp="1"/>
          </p:cNvSpPr>
          <p:nvPr>
            <p:ph type="title"/>
          </p:nvPr>
        </p:nvSpPr>
        <p:spPr/>
        <p:txBody>
          <a:bodyPr/>
          <a:lstStyle/>
          <a:p>
            <a:r>
              <a:rPr lang="en-US" dirty="0"/>
              <a:t>Creativity Practice</a:t>
            </a:r>
          </a:p>
        </p:txBody>
      </p:sp>
      <p:sp>
        <p:nvSpPr>
          <p:cNvPr id="4" name="TextBox 3">
            <a:extLst>
              <a:ext uri="{FF2B5EF4-FFF2-40B4-BE49-F238E27FC236}">
                <a16:creationId xmlns:a16="http://schemas.microsoft.com/office/drawing/2014/main" id="{77C46450-8250-DA9F-6923-81311F69E2B1}"/>
              </a:ext>
            </a:extLst>
          </p:cNvPr>
          <p:cNvSpPr txBox="1"/>
          <p:nvPr/>
        </p:nvSpPr>
        <p:spPr>
          <a:xfrm>
            <a:off x="433137" y="1122947"/>
            <a:ext cx="7943200" cy="3108543"/>
          </a:xfrm>
          <a:prstGeom prst="rect">
            <a:avLst/>
          </a:prstGeom>
          <a:noFill/>
        </p:spPr>
        <p:txBody>
          <a:bodyPr wrap="none" rtlCol="0">
            <a:spAutoFit/>
          </a:bodyPr>
          <a:lstStyle/>
          <a:p>
            <a:r>
              <a:rPr lang="en-US" sz="2800" dirty="0"/>
              <a:t>We want to create a story about our fraction </a:t>
            </a:r>
          </a:p>
          <a:p>
            <a:r>
              <a:rPr lang="en-US" sz="2800" dirty="0"/>
              <a:t>video!</a:t>
            </a:r>
          </a:p>
          <a:p>
            <a:endParaRPr lang="en-US" sz="2800" dirty="0"/>
          </a:p>
          <a:p>
            <a:r>
              <a:rPr lang="en-US" sz="2800" dirty="0"/>
              <a:t>We will practice being creative by adding images</a:t>
            </a:r>
          </a:p>
          <a:p>
            <a:r>
              <a:rPr lang="en-US" sz="2800" dirty="0"/>
              <a:t>that correspond to the video story.</a:t>
            </a:r>
          </a:p>
          <a:p>
            <a:endParaRPr lang="en-US" sz="2800" dirty="0"/>
          </a:p>
          <a:p>
            <a:r>
              <a:rPr lang="en-US" sz="2800" dirty="0"/>
              <a:t>Optional: Use next slides to practice the story.</a:t>
            </a:r>
          </a:p>
        </p:txBody>
      </p:sp>
    </p:spTree>
    <p:extLst>
      <p:ext uri="{BB962C8B-B14F-4D97-AF65-F5344CB8AC3E}">
        <p14:creationId xmlns:p14="http://schemas.microsoft.com/office/powerpoint/2010/main" val="1770423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2"/>
          <p:cNvSpPr txBox="1">
            <a:spLocks noGrp="1"/>
          </p:cNvSpPr>
          <p:nvPr>
            <p:ph type="title"/>
          </p:nvPr>
        </p:nvSpPr>
        <p:spPr>
          <a:xfrm>
            <a:off x="83100" y="1402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Create a visual or a story</a:t>
            </a:r>
            <a:endParaRPr dirty="0"/>
          </a:p>
        </p:txBody>
      </p:sp>
      <p:sp>
        <p:nvSpPr>
          <p:cNvPr id="221" name="Google Shape;221;p42"/>
          <p:cNvSpPr txBox="1">
            <a:spLocks noGrp="1"/>
          </p:cNvSpPr>
          <p:nvPr>
            <p:ph type="body" idx="1"/>
          </p:nvPr>
        </p:nvSpPr>
        <p:spPr>
          <a:xfrm>
            <a:off x="83100" y="790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The images are examples of a land made of:</a:t>
            </a:r>
            <a:endParaRPr sz="2200" dirty="0"/>
          </a:p>
          <a:p>
            <a:pPr marL="0" lvl="0" indent="0" algn="l" rtl="0">
              <a:spcBef>
                <a:spcPts val="1600"/>
              </a:spcBef>
              <a:spcAft>
                <a:spcPts val="0"/>
              </a:spcAft>
              <a:buNone/>
            </a:pPr>
            <a:r>
              <a:rPr lang="en" sz="2200" dirty="0"/>
              <a:t>Pudding (chocolate or vanilla)</a:t>
            </a:r>
            <a:endParaRPr sz="2200" dirty="0"/>
          </a:p>
          <a:p>
            <a:pPr marL="0" lvl="0" indent="0" algn="l" rtl="0">
              <a:spcBef>
                <a:spcPts val="1600"/>
              </a:spcBef>
              <a:spcAft>
                <a:spcPts val="0"/>
              </a:spcAft>
              <a:buNone/>
            </a:pPr>
            <a:r>
              <a:rPr lang="en" sz="2200" dirty="0"/>
              <a:t>Cookies (</a:t>
            </a:r>
            <a:r>
              <a:rPr lang="en" sz="2200" dirty="0" err="1"/>
              <a:t>oreos</a:t>
            </a:r>
            <a:r>
              <a:rPr lang="en" sz="2200" dirty="0"/>
              <a:t> or vanilla wafers)</a:t>
            </a:r>
            <a:endParaRPr sz="2200" dirty="0"/>
          </a:p>
          <a:p>
            <a:pPr marL="0" lvl="0" indent="0" algn="l" rtl="0">
              <a:spcBef>
                <a:spcPts val="1600"/>
              </a:spcBef>
              <a:spcAft>
                <a:spcPts val="1600"/>
              </a:spcAft>
              <a:buNone/>
            </a:pPr>
            <a:r>
              <a:rPr lang="en" sz="2200" dirty="0"/>
              <a:t>Whipped cream and a gummy worms</a:t>
            </a:r>
            <a:endParaRPr sz="2200" dirty="0"/>
          </a:p>
        </p:txBody>
      </p:sp>
      <p:pic>
        <p:nvPicPr>
          <p:cNvPr id="222" name="Google Shape;222;p42"/>
          <p:cNvPicPr preferRelativeResize="0"/>
          <p:nvPr/>
        </p:nvPicPr>
        <p:blipFill>
          <a:blip r:embed="rId3">
            <a:alphaModFix/>
          </a:blip>
          <a:stretch>
            <a:fillRect/>
          </a:stretch>
        </p:blipFill>
        <p:spPr>
          <a:xfrm>
            <a:off x="6439375" y="2009000"/>
            <a:ext cx="2583600" cy="1722400"/>
          </a:xfrm>
          <a:prstGeom prst="rect">
            <a:avLst/>
          </a:prstGeom>
          <a:noFill/>
          <a:ln>
            <a:noFill/>
          </a:ln>
        </p:spPr>
      </p:pic>
      <p:pic>
        <p:nvPicPr>
          <p:cNvPr id="223" name="Google Shape;223;p42"/>
          <p:cNvPicPr preferRelativeResize="0"/>
          <p:nvPr/>
        </p:nvPicPr>
        <p:blipFill>
          <a:blip r:embed="rId4">
            <a:alphaModFix/>
          </a:blip>
          <a:stretch>
            <a:fillRect/>
          </a:stretch>
        </p:blipFill>
        <p:spPr>
          <a:xfrm>
            <a:off x="6378796" y="102479"/>
            <a:ext cx="2704753" cy="1801050"/>
          </a:xfrm>
          <a:prstGeom prst="rect">
            <a:avLst/>
          </a:prstGeom>
          <a:noFill/>
          <a:ln>
            <a:noFill/>
          </a:ln>
        </p:spPr>
      </p:pic>
      <p:pic>
        <p:nvPicPr>
          <p:cNvPr id="224" name="Google Shape;224;p42"/>
          <p:cNvPicPr preferRelativeResize="0"/>
          <p:nvPr/>
        </p:nvPicPr>
        <p:blipFill>
          <a:blip r:embed="rId5">
            <a:alphaModFix/>
          </a:blip>
          <a:stretch>
            <a:fillRect/>
          </a:stretch>
        </p:blipFill>
        <p:spPr>
          <a:xfrm>
            <a:off x="3735199" y="3280325"/>
            <a:ext cx="3321150" cy="1863175"/>
          </a:xfrm>
          <a:prstGeom prst="rect">
            <a:avLst/>
          </a:prstGeom>
          <a:noFill/>
          <a:ln>
            <a:noFill/>
          </a:ln>
        </p:spPr>
      </p:pic>
      <p:pic>
        <p:nvPicPr>
          <p:cNvPr id="225" name="Google Shape;225;p42"/>
          <p:cNvPicPr preferRelativeResize="0"/>
          <p:nvPr/>
        </p:nvPicPr>
        <p:blipFill>
          <a:blip r:embed="rId6">
            <a:alphaModFix/>
          </a:blip>
          <a:stretch>
            <a:fillRect/>
          </a:stretch>
        </p:blipFill>
        <p:spPr>
          <a:xfrm>
            <a:off x="59625" y="3199577"/>
            <a:ext cx="3675575" cy="1801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Art Block</a:t>
            </a:r>
            <a:endParaRPr/>
          </a:p>
        </p:txBody>
      </p:sp>
      <p:sp>
        <p:nvSpPr>
          <p:cNvPr id="193" name="Google Shape;193;p3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94" name="Google Shape;194;p38"/>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Art Block</a:t>
            </a:r>
            <a:endParaRPr/>
          </a:p>
        </p:txBody>
      </p:sp>
      <p:sp>
        <p:nvSpPr>
          <p:cNvPr id="200" name="Google Shape;200;p3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01" name="Google Shape;201;p39"/>
          <p:cNvPicPr preferRelativeResize="0"/>
          <p:nvPr/>
        </p:nvPicPr>
        <p:blipFill>
          <a:blip r:embed="rId3">
            <a:alphaModFix/>
          </a:blip>
          <a:stretch>
            <a:fillRect/>
          </a:stretch>
        </p:blipFill>
        <p:spPr>
          <a:xfrm>
            <a:off x="862231" y="152400"/>
            <a:ext cx="7724337"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Art Block</a:t>
            </a:r>
            <a:endParaRPr/>
          </a:p>
        </p:txBody>
      </p:sp>
      <p:sp>
        <p:nvSpPr>
          <p:cNvPr id="207" name="Google Shape;207;p40"/>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08" name="Google Shape;208;p40"/>
          <p:cNvPicPr preferRelativeResize="0"/>
          <p:nvPr/>
        </p:nvPicPr>
        <p:blipFill>
          <a:blip r:embed="rId3">
            <a:alphaModFix/>
          </a:blip>
          <a:stretch>
            <a:fillRect/>
          </a:stretch>
        </p:blipFill>
        <p:spPr>
          <a:xfrm>
            <a:off x="1090613" y="752475"/>
            <a:ext cx="7572375" cy="4248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Art Block</a:t>
            </a:r>
            <a:endParaRPr/>
          </a:p>
        </p:txBody>
      </p:sp>
      <p:sp>
        <p:nvSpPr>
          <p:cNvPr id="214" name="Google Shape;214;p4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15" name="Google Shape;215;p41"/>
          <p:cNvPicPr preferRelativeResize="0"/>
          <p:nvPr/>
        </p:nvPicPr>
        <p:blipFill>
          <a:blip r:embed="rId3">
            <a:alphaModFix/>
          </a:blip>
          <a:stretch>
            <a:fillRect/>
          </a:stretch>
        </p:blipFill>
        <p:spPr>
          <a:xfrm>
            <a:off x="134175" y="83876"/>
            <a:ext cx="9009826" cy="4414815"/>
          </a:xfrm>
          <a:prstGeom prst="rect">
            <a:avLst/>
          </a:prstGeom>
          <a:noFill/>
          <a:ln>
            <a:noFill/>
          </a:ln>
        </p:spPr>
      </p:pic>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422</Words>
  <Application>Microsoft Macintosh PowerPoint</Application>
  <PresentationFormat>On-screen Show (16:9)</PresentationFormat>
  <Paragraphs>61</Paragraphs>
  <Slides>18</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Source Code Pro</vt:lpstr>
      <vt:lpstr>Old Standard TT</vt:lpstr>
      <vt:lpstr>Amatic SC</vt:lpstr>
      <vt:lpstr>Arial</vt:lpstr>
      <vt:lpstr>Roboto</vt:lpstr>
      <vt:lpstr>Beach Day</vt:lpstr>
      <vt:lpstr>Paperback</vt:lpstr>
      <vt:lpstr>Coding goals:</vt:lpstr>
      <vt:lpstr>Coding and Math goals:</vt:lpstr>
      <vt:lpstr>Coding goals:</vt:lpstr>
      <vt:lpstr>Making and Downloading Videos with Fraction Objects</vt:lpstr>
      <vt:lpstr>Creating a video for multiplication</vt:lpstr>
      <vt:lpstr>Video part 2</vt:lpstr>
      <vt:lpstr>Warm ups</vt:lpstr>
      <vt:lpstr>Use the coding!</vt:lpstr>
      <vt:lpstr>Shout outs!</vt:lpstr>
      <vt:lpstr>Main lesson</vt:lpstr>
      <vt:lpstr>Use the coding!</vt:lpstr>
      <vt:lpstr>Shout outs!</vt:lpstr>
      <vt:lpstr>Creativity Practice</vt:lpstr>
      <vt:lpstr>Create a visual or a story</vt:lpstr>
      <vt:lpstr>Art Block</vt:lpstr>
      <vt:lpstr>Art Block</vt:lpstr>
      <vt:lpstr>Art Block</vt:lpstr>
      <vt:lpstr>Art Block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7</cp:revision>
  <dcterms:modified xsi:type="dcterms:W3CDTF">2026-08-20T20:29:54Z</dcterms:modified>
</cp:coreProperties>
</file>