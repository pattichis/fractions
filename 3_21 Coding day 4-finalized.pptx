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5"/>
  </p:notesMasterIdLst>
  <p:sldIdLst>
    <p:sldId id="256" r:id="rId3"/>
    <p:sldId id="257" r:id="rId4"/>
  </p:sldIdLst>
  <p:sldSz cx="9144000" cy="5143500" type="screen16x9"/>
  <p:notesSz cx="6858000" cy="9144000"/>
  <p:embeddedFontLst>
    <p:embeddedFont>
      <p:font typeface="Amatic SC" pitchFamily="2" charset="-79"/>
      <p:regular r:id="rId6"/>
      <p:bold r:id="rId7"/>
    </p:embeddedFont>
    <p:embeddedFont>
      <p:font typeface="Old Standard TT" pitchFamily="2" charset="77"/>
      <p:regular r:id="rId8"/>
      <p:bold r:id="rId9"/>
      <p:italic r:id="rId10"/>
    </p:embeddedFont>
    <p:embeddedFont>
      <p:font typeface="Source Code Pro" panose="020B0509030403020204" pitchFamily="49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2DB145-BFAA-4D4A-9D23-8C37E168FC6E}">
  <a:tblStyle styleId="{F22DB145-BFAA-4D4A-9D23-8C37E168FC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2917"/>
  </p:normalViewPr>
  <p:slideViewPr>
    <p:cSldViewPr snapToGrid="0">
      <p:cViewPr varScale="1">
        <p:scale>
          <a:sx n="153" d="100"/>
          <a:sy n="153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1d97f411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21d97f411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1d97f411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21d97f411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AEeBZjRbyY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43500" y="88050"/>
            <a:ext cx="9057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script: Silent Solo!</a:t>
            </a:r>
            <a:endParaRPr/>
          </a:p>
        </p:txBody>
      </p:sp>
      <p:graphicFrame>
        <p:nvGraphicFramePr>
          <p:cNvPr id="107" name="Google Shape;107;p25"/>
          <p:cNvGraphicFramePr/>
          <p:nvPr>
            <p:extLst>
              <p:ext uri="{D42A27DB-BD31-4B8C-83A1-F6EECF244321}">
                <p14:modId xmlns:p14="http://schemas.microsoft.com/office/powerpoint/2010/main" val="3534706739"/>
              </p:ext>
            </p:extLst>
          </p:nvPr>
        </p:nvGraphicFramePr>
        <p:xfrm>
          <a:off x="159575" y="701250"/>
          <a:ext cx="8703600" cy="3886080"/>
        </p:xfrm>
        <a:graphic>
          <a:graphicData uri="http://schemas.openxmlformats.org/drawingml/2006/table">
            <a:tbl>
              <a:tblPr>
                <a:noFill/>
                <a:tableStyleId>{F22DB145-BFAA-4D4A-9D23-8C37E168FC6E}</a:tableStyleId>
              </a:tblPr>
              <a:tblGrid>
                <a:gridCol w="19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Topic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3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Level 4 -</a:t>
                      </a:r>
                      <a:r>
                        <a:rPr lang="en" sz="1500"/>
                        <a:t> Extra after level 3</a:t>
                      </a:r>
                      <a:endParaRPr sz="15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Fraction visual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 dirty="0"/>
                        <a:t>Explain each part.</a:t>
                      </a:r>
                      <a:endParaRPr sz="2300" dirty="0"/>
                    </a:p>
                  </a:txBody>
                  <a:tcPr marL="91425" marR="612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 dirty="0"/>
                        <a:t>Explain both visuals.</a:t>
                      </a:r>
                      <a:endParaRPr sz="2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Equation explained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 dirty="0"/>
                        <a:t>Explain each part in terms of the word problem.</a:t>
                      </a:r>
                      <a:endParaRPr sz="23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 dirty="0"/>
                        <a:t>Explain other equation.</a:t>
                      </a:r>
                      <a:endParaRPr sz="2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/>
                        <a:t>Art integrated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/>
                        <a:t>Creative, embellished sentences that make answers clear.</a:t>
                      </a:r>
                      <a:endParaRPr sz="2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3746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300"/>
                        <a:buChar char="❏"/>
                      </a:pPr>
                      <a:r>
                        <a:rPr lang="en" sz="2300" dirty="0"/>
                        <a:t>Extra creative and engaging ways to present video</a:t>
                      </a:r>
                      <a:endParaRPr sz="23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6900" y="-8837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Fraction video finalization</a:t>
            </a:r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159300" y="4858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/>
              <a:t>Find the “</a:t>
            </a:r>
            <a:r>
              <a:rPr lang="en" sz="2400" dirty="0">
                <a:highlight>
                  <a:srgbClr val="B6D7A8"/>
                </a:highlight>
              </a:rPr>
              <a:t>Fraction Project</a:t>
            </a:r>
            <a:r>
              <a:rPr lang="en" sz="2400" dirty="0"/>
              <a:t>” on google classroom.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>
                <a:highlight>
                  <a:srgbClr val="B6D7A8"/>
                </a:highlight>
              </a:rPr>
              <a:t>Download</a:t>
            </a:r>
            <a:r>
              <a:rPr lang="en" sz="2400" dirty="0"/>
              <a:t> your video.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/>
              <a:t>Finish your </a:t>
            </a:r>
            <a:r>
              <a:rPr lang="en" sz="2400" dirty="0">
                <a:highlight>
                  <a:srgbClr val="B6D7A8"/>
                </a:highlight>
              </a:rPr>
              <a:t>script</a:t>
            </a:r>
            <a:r>
              <a:rPr lang="en" sz="2400" dirty="0"/>
              <a:t> for your video.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>
                <a:highlight>
                  <a:srgbClr val="B6D7A8"/>
                </a:highlight>
              </a:rPr>
              <a:t>Record</a:t>
            </a:r>
            <a:r>
              <a:rPr lang="en" sz="2400" dirty="0"/>
              <a:t> your audio (library, hall, cafeteria, dance room).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>
                <a:highlight>
                  <a:srgbClr val="B6D7A8"/>
                </a:highlight>
              </a:rPr>
              <a:t>Edit</a:t>
            </a:r>
            <a:r>
              <a:rPr lang="en" sz="2400" dirty="0"/>
              <a:t> your video to include your audio and any other edits you want to add to make it diverse, clear and entertaining.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>
                <a:highlight>
                  <a:srgbClr val="B6D7A8"/>
                </a:highlight>
              </a:rPr>
              <a:t>Upload</a:t>
            </a:r>
            <a:r>
              <a:rPr lang="en" sz="2400" dirty="0"/>
              <a:t> and </a:t>
            </a:r>
            <a:r>
              <a:rPr lang="en" sz="2400" dirty="0">
                <a:highlight>
                  <a:srgbClr val="B6D7A8"/>
                </a:highlight>
              </a:rPr>
              <a:t>submit</a:t>
            </a:r>
            <a:r>
              <a:rPr lang="en" sz="2400" dirty="0"/>
              <a:t> in on google classroom.</a:t>
            </a:r>
            <a:endParaRPr sz="2400" dirty="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arenR"/>
            </a:pPr>
            <a:r>
              <a:rPr lang="en" sz="2400" dirty="0" err="1"/>
              <a:t>iReady</a:t>
            </a:r>
            <a:r>
              <a:rPr lang="en" sz="2400" dirty="0"/>
              <a:t> assigned lessons</a:t>
            </a:r>
            <a:endParaRPr sz="2400" dirty="0"/>
          </a:p>
        </p:txBody>
      </p:sp>
      <p:pic>
        <p:nvPicPr>
          <p:cNvPr id="114" name="Google Shape;114;p26" descr="90 minute countdown timer with music - No Copyright music (Tropical, Chill, Deep House music)&#10;&#10;&#10;Happy Life by FREDJI https://soundcloud.com/fredjimusic&#10;https://www.facebook.com/fredjimusic&#10;Music promoted by Audio Library https://youtu.be/u4PI5p5bI9k&#10;&#10;Song: LiQWYD - Another Time (Vlog No Copyright Music) &#10;Music provided by Vlog No Copyright Music. &#10;Video Link: https://youtu.be/MRb4oqRinMI&#10;&#10;Song: Jarico - Island (Vlog No Copyright Music) &#10;Music promoted by Vlog No Copyright Music. &#10;Video Link: https://youtu.be/gZlDn4EmTvo&#10;&#10;Sax by MBB https://soundcloud.com/mbbofficial&#10;Creative Commons — Attribution-ShareAlike 3.0 Unported  — CC BY-SA 3.0 &#10;Free Download / Stream: http://bit.ly/Sax-MBB&#10;Music promoted by Audio Library https://youtu.be/nnEq3EIFzdw&#10;&#10;All Night by Ikson https://soundcloud.com/ikson&#10;Music promoted by Audio Library https://youtu.be/bE2rrcUKnok&#10;&#10;Song: Ikson - Alive (Vlog No Copyright Music) &#10;Music promoted by Vlog No Copyright Music. &#10;Video Link: https://youtu.be/I51yfbGZYOY&#10;&#10;Song: Jarico - Landscape (Vlog No Copyright Music) &#10;Music promoted by Vlog No Copyright Music. &#10;Video Link: https://youtu.be/EwRdKJURDHw&#10;&#10;Dance With Me by Ehrling https://soundcloud.com/ehrling&#10;Free Download / Stream: https://bit.ly/_dance-with-me&#10;Music promoted by Audio Library https://youtu.be/VaXY6s3AZWA&#10;&#10;Song: LiQWYD - Feel (Vlog No Copyright Music) &#10;Music provided by Vlog No Copyright Music. &#10;Video Link: https://youtu.be/m-WOfLbaF2E&#10;&#10;Night Out by LiQWYD https://soundcloud.com/liqwyd&#10;Creative Commons — Attribution 3.0 Unported  — CC BY 3.0 &#10;Free Download / Stream: http://bit.ly/2BLdhW5&#10;Music promoted by Audio Library https://youtu.be/tut9O8uaJho&#10;&#10;Track: Wanderlust — extenz [Audio Library Release]&#10;Music provided by Audio Library Plus&#10;Watch: https://youtu.be/Tc41iHPxHGQ&#10;Free Download / Stream: https://alplus.io/e-wanderlust&#10;&#10;Fresh by MBB https://soundcloud.com/mbbofficial&#10;Creative Commons — Attribution-ShareAlike 3.0 Unported  — CC BY-SA 3.0 &#10;Free Download / Stream: http://bit.ly/2PK8m0A&#10;Music promoted by Audio Library https://youtu.be/YqRO_qgBB1c&#10;&#10;Song: Ikson - Paradise (Vlog No Copyright Music) &#10;Music promoted by Vlog No Copyright Music. &#10;Video Link: https://youtu.be/glMhD3EU46k&#10;&#10;Song: NOWË - Heart Of Gold (Vlog No Copyright Music) &#10;Music provided by Vlog No Copyright Music. &#10;Video Link: https://youtu.be/EALgD9ZjFyo&#10;&#10;Song: Daloka - From The Rubble (Vlog No Copyright Music) &#10;Music provided by Vlog No Copyright Music. &#10;Video Link: https://youtu.be/aVD7fQacttY&#10;&#10;Song: Daloka - Summer Vibes (Vlog No Copyright Music) &#10;Music provided by Vlog No Copyright Music. &#10;Video Link: https://youtu.be/gv6KJ_rpgo4&#10;&#10;Song: Dizaro - All U Need (Vlog No Copyright Music) &#10;Music provided by Vlog No Copyright Music. &#10;Video Link: https://youtu.be/nX6WG39anC8&#10;&#10;Song: SKANDR - Blue Lemonade (Vlog No Copyright Music)&#10;Music promoted by Vlog No Copyright Music. &#10;Video Link: https://youtu.be/iV1ca6K9VBM&#10;&#10;Song: Daloka - My Way (Vlog No Copyright Music) &#10;Music promoted by Vlog No Copyright Music. &#10;Video Link: https://youtu.be/Mh4cWQ_wnLM&#10;&#10;No Love by MusicbyAden https://soundcloud.com/musicbyaden&#10;Creative Commons — Attribution-ShareAlike 3.0 Unported — CC BY-SA 3.0&#10;Free Download / Stream: https://bit.ly/_no-love&#10;Music promoted by Audio Library https://youtu.be/JgXz25Tw5d4&#10;&#10;Aural Nights by MusicbyAden https://soundcloud.com/musicbyaden&#10;Creative Commons — Attribution-ShareAlike 3.0 Unported — CC BY-SA 3.0&#10;Free Download / Stream: http://bit.ly/-aural-nights&#10;Music promoted by Audio Library https://youtu.be/L80zAPl2nZQ&#10;&#10;Over You - Atch https://soundcloud.com/atch-music&#10;Creative Commons — Attribution 3.0 Unported — CC BY 3.0&#10;Free Download / Stream: http://bit.ly/_over-you&#10;Music promoted by Audio Library https://youtu.be/rlBuOflkHSk&#10;&#10;Song: Niwel - Bad Love (Instrumental) (Vlog No Copyright Music)&#10;Music provided by Vlog No Copyright Music.&#10;Video Link: https://youtu.be/-aBAojWIRac&#10;&#10;A Magical Journey Through Space by Leonell Cassio &#10;https://soundcloud.com/leonellcassio&#10;Creative Commons — Attribution-ShareAlike 3.0 Unported — CC BY-SA 3.0&#10;Free Download / Stream: https://bit.ly/a-magical-journey-thro...&#10;Music promoted by Audio Library https://youtu.be/DRwYhxVNwzU&#10;&#10;Song: Niwel - Summer Breath (Vlog No Copyright Music)&#10;Music provided by Vlog No Copyright Music.&#10;Video Link: https://youtu.be/x9UYkXe0XVs&#10;&#10;Found You - Atch https://soundcloud.com/atch-music&#10;Creative Commons — Attribution 3.0 Unported — CC BY 3.0&#10;Free Download / Stream: http://bit.ly/_found-you&#10;Music promoted by Audio Library https://youtu.be/vlTLsmc5MCQ&#10;&#10;Song: NOWË - Burning (Vlog No Copyright Music) &#10;Music provided by Vlog No Copyright Music. &#10;Video Link: https://youtu.be/AWv6Cr-RJaM&#10;&#10;&#10;Relevant Hastags:&#10;#Timers #NoCopyright #90minute" title="90 minute countdown timer with music - No Copyright music (Tropical, Chill, Deep House music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725" y="979025"/>
            <a:ext cx="2547275" cy="14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Macintosh PowerPoint</Application>
  <PresentationFormat>On-screen Show (16:9)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Source Code Pro</vt:lpstr>
      <vt:lpstr>Old Standard TT</vt:lpstr>
      <vt:lpstr>Amatic SC</vt:lpstr>
      <vt:lpstr>Arial</vt:lpstr>
      <vt:lpstr>Beach Day</vt:lpstr>
      <vt:lpstr>Paperback</vt:lpstr>
      <vt:lpstr>Creating your script: Silent Solo!</vt:lpstr>
      <vt:lpstr>Fraction video finalization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2026-08-20T03:48:59Z</dcterms:modified>
</cp:coreProperties>
</file>