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1" r:id="rId1"/>
    <p:sldMasterId id="2147483672" r:id="rId2"/>
  </p:sldMasterIdLst>
  <p:notesMasterIdLst>
    <p:notesMasterId r:id="rId15"/>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Lst>
  <p:sldSz cx="9144000" cy="5143500" type="screen16x9"/>
  <p:notesSz cx="6858000" cy="9144000"/>
  <p:embeddedFontLst>
    <p:embeddedFont>
      <p:font typeface="Amatic SC" pitchFamily="2" charset="-79"/>
      <p:regular r:id="rId16"/>
      <p:bold r:id="rId17"/>
    </p:embeddedFont>
    <p:embeddedFont>
      <p:font typeface="Old Standard TT" pitchFamily="2" charset="77"/>
      <p:regular r:id="rId18"/>
      <p:bold r:id="rId19"/>
      <p:italic r:id="rId20"/>
    </p:embeddedFont>
    <p:embeddedFont>
      <p:font typeface="Roboto" panose="02000000000000000000" pitchFamily="2" charset="0"/>
      <p:regular r:id="rId21"/>
      <p:bold r:id="rId22"/>
      <p:italic r:id="rId23"/>
      <p:boldItalic r:id="rId24"/>
    </p:embeddedFont>
    <p:embeddedFont>
      <p:font typeface="Source Code Pro" panose="020B0509030403020204" pitchFamily="49" charset="0"/>
      <p:regular r:id="rId25"/>
      <p:bold r:id="rId26"/>
      <p:italic r:id="rId27"/>
      <p:boldItalic r:id="rId2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1"/>
    <p:restoredTop sz="94670"/>
  </p:normalViewPr>
  <p:slideViewPr>
    <p:cSldViewPr snapToGrid="0">
      <p:cViewPr varScale="1">
        <p:scale>
          <a:sx n="139" d="100"/>
          <a:sy n="139" d="100"/>
        </p:scale>
        <p:origin x="176" y="4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font" Target="fonts/font3.fntdata"/><Relationship Id="rId26" Type="http://schemas.openxmlformats.org/officeDocument/2006/relationships/font" Target="fonts/font11.fntdata"/><Relationship Id="rId3" Type="http://schemas.openxmlformats.org/officeDocument/2006/relationships/slide" Target="slides/slide1.xml"/><Relationship Id="rId21" Type="http://schemas.openxmlformats.org/officeDocument/2006/relationships/font" Target="fonts/font6.fntdata"/><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font" Target="fonts/font2.fntdata"/><Relationship Id="rId25" Type="http://schemas.openxmlformats.org/officeDocument/2006/relationships/font" Target="fonts/font10.fntdata"/><Relationship Id="rId2" Type="http://schemas.openxmlformats.org/officeDocument/2006/relationships/slideMaster" Target="slideMasters/slideMaster2.xml"/><Relationship Id="rId16" Type="http://schemas.openxmlformats.org/officeDocument/2006/relationships/font" Target="fonts/font1.fntdata"/><Relationship Id="rId20" Type="http://schemas.openxmlformats.org/officeDocument/2006/relationships/font" Target="fonts/font5.fntdata"/><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font" Target="fonts/font9.fntdata"/><Relationship Id="rId32"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notesMaster" Target="notesMasters/notesMaster1.xml"/><Relationship Id="rId23" Type="http://schemas.openxmlformats.org/officeDocument/2006/relationships/font" Target="fonts/font8.fntdata"/><Relationship Id="rId28" Type="http://schemas.openxmlformats.org/officeDocument/2006/relationships/font" Target="fonts/font13.fntdata"/><Relationship Id="rId10" Type="http://schemas.openxmlformats.org/officeDocument/2006/relationships/slide" Target="slides/slide8.xml"/><Relationship Id="rId19" Type="http://schemas.openxmlformats.org/officeDocument/2006/relationships/font" Target="fonts/font4.fntdata"/><Relationship Id="rId31"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font" Target="fonts/font7.fntdata"/><Relationship Id="rId27" Type="http://schemas.openxmlformats.org/officeDocument/2006/relationships/font" Target="fonts/font12.fntdata"/><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9"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g2004601b30f_0_9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0" name="Google Shape;110;g2004601b30f_0_9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p:cNvGrpSpPr/>
        <p:nvPr/>
      </p:nvGrpSpPr>
      <p:grpSpPr>
        <a:xfrm>
          <a:off x="0" y="0"/>
          <a:ext cx="0" cy="0"/>
          <a:chOff x="0" y="0"/>
          <a:chExt cx="0" cy="0"/>
        </a:xfrm>
      </p:grpSpPr>
      <p:sp>
        <p:nvSpPr>
          <p:cNvPr id="115" name="Google Shape;115;g2004601b30f_0_104:notes"/>
          <p:cNvSpPr>
            <a:spLocks noGrp="1" noRot="1" noChangeAspect="1"/>
          </p:cNvSpPr>
          <p:nvPr>
            <p:ph type="sldImg" idx="2"/>
          </p:nvPr>
        </p:nvSpPr>
        <p:spPr>
          <a:xfrm>
            <a:off x="381309"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6" name="Google Shape;116;g2004601b30f_0_10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g2004601b30f_0_111:notes"/>
          <p:cNvSpPr>
            <a:spLocks noGrp="1" noRot="1" noChangeAspect="1"/>
          </p:cNvSpPr>
          <p:nvPr>
            <p:ph type="sldImg" idx="2"/>
          </p:nvPr>
        </p:nvSpPr>
        <p:spPr>
          <a:xfrm>
            <a:off x="381309"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3" name="Google Shape;123;g2004601b30f_0_1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p:cNvGrpSpPr/>
        <p:nvPr/>
      </p:nvGrpSpPr>
      <p:grpSpPr>
        <a:xfrm>
          <a:off x="0" y="0"/>
          <a:ext cx="0" cy="0"/>
          <a:chOff x="0" y="0"/>
          <a:chExt cx="0" cy="0"/>
        </a:xfrm>
      </p:grpSpPr>
      <p:sp>
        <p:nvSpPr>
          <p:cNvPr id="129" name="Google Shape;129;g2004601b30f_0_1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0" name="Google Shape;130;g2004601b30f_0_1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p:cNvGrpSpPr/>
        <p:nvPr/>
      </p:nvGrpSpPr>
      <p:grpSpPr>
        <a:xfrm>
          <a:off x="0" y="0"/>
          <a:ext cx="0" cy="0"/>
          <a:chOff x="0" y="0"/>
          <a:chExt cx="0" cy="0"/>
        </a:xfrm>
      </p:grpSpPr>
      <p:sp>
        <p:nvSpPr>
          <p:cNvPr id="136" name="Google Shape;136;g2004601b30f_0_117:notes"/>
          <p:cNvSpPr>
            <a:spLocks noGrp="1" noRot="1" noChangeAspect="1"/>
          </p:cNvSpPr>
          <p:nvPr>
            <p:ph type="sldImg" idx="2"/>
          </p:nvPr>
        </p:nvSpPr>
        <p:spPr>
          <a:xfrm>
            <a:off x="381309"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7" name="Google Shape;137;g2004601b30f_0_1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p:cNvGrpSpPr/>
        <p:nvPr/>
      </p:nvGrpSpPr>
      <p:grpSpPr>
        <a:xfrm>
          <a:off x="0" y="0"/>
          <a:ext cx="0" cy="0"/>
          <a:chOff x="0" y="0"/>
          <a:chExt cx="0" cy="0"/>
        </a:xfrm>
      </p:grpSpPr>
      <p:sp>
        <p:nvSpPr>
          <p:cNvPr id="143" name="Google Shape;143;g2004601b30f_0_1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4" name="Google Shape;144;g2004601b30f_0_1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p:cNvGrpSpPr/>
        <p:nvPr/>
      </p:nvGrpSpPr>
      <p:grpSpPr>
        <a:xfrm>
          <a:off x="0" y="0"/>
          <a:ext cx="0" cy="0"/>
          <a:chOff x="0" y="0"/>
          <a:chExt cx="0" cy="0"/>
        </a:xfrm>
      </p:grpSpPr>
      <p:sp>
        <p:nvSpPr>
          <p:cNvPr id="151" name="Google Shape;151;g2004601b30f_0_133:notes"/>
          <p:cNvSpPr>
            <a:spLocks noGrp="1" noRot="1" noChangeAspect="1"/>
          </p:cNvSpPr>
          <p:nvPr>
            <p:ph type="sldImg" idx="2"/>
          </p:nvPr>
        </p:nvSpPr>
        <p:spPr>
          <a:xfrm>
            <a:off x="381309"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2" name="Google Shape;152;g2004601b30f_0_1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
        <p:cNvGrpSpPr/>
        <p:nvPr/>
      </p:nvGrpSpPr>
      <p:grpSpPr>
        <a:xfrm>
          <a:off x="0" y="0"/>
          <a:ext cx="0" cy="0"/>
          <a:chOff x="0" y="0"/>
          <a:chExt cx="0" cy="0"/>
        </a:xfrm>
      </p:grpSpPr>
      <p:sp>
        <p:nvSpPr>
          <p:cNvPr id="158" name="Google Shape;158;g2004601b30f_0_15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9" name="Google Shape;159;g2004601b30f_0_15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
        <p:cNvGrpSpPr/>
        <p:nvPr/>
      </p:nvGrpSpPr>
      <p:grpSpPr>
        <a:xfrm>
          <a:off x="0" y="0"/>
          <a:ext cx="0" cy="0"/>
          <a:chOff x="0" y="0"/>
          <a:chExt cx="0" cy="0"/>
        </a:xfrm>
      </p:grpSpPr>
      <p:sp>
        <p:nvSpPr>
          <p:cNvPr id="164" name="Google Shape;164;g2004601b30f_0_15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5" name="Google Shape;165;g2004601b30f_0_15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
        <p:cNvGrpSpPr/>
        <p:nvPr/>
      </p:nvGrpSpPr>
      <p:grpSpPr>
        <a:xfrm>
          <a:off x="0" y="0"/>
          <a:ext cx="0" cy="0"/>
          <a:chOff x="0" y="0"/>
          <a:chExt cx="0" cy="0"/>
        </a:xfrm>
      </p:grpSpPr>
      <p:sp>
        <p:nvSpPr>
          <p:cNvPr id="170" name="Google Shape;170;g2004601b30f_0_14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1" name="Google Shape;171;g2004601b30f_0_14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
        <p:cNvGrpSpPr/>
        <p:nvPr/>
      </p:nvGrpSpPr>
      <p:grpSpPr>
        <a:xfrm>
          <a:off x="0" y="0"/>
          <a:ext cx="0" cy="0"/>
          <a:chOff x="0" y="0"/>
          <a:chExt cx="0" cy="0"/>
        </a:xfrm>
      </p:grpSpPr>
      <p:sp>
        <p:nvSpPr>
          <p:cNvPr id="179" name="Google Shape;179;g2004601b30f_0_16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0" name="Google Shape;180;g2004601b30f_0_16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
        <p:cNvGrpSpPr/>
        <p:nvPr/>
      </p:nvGrpSpPr>
      <p:grpSpPr>
        <a:xfrm>
          <a:off x="0" y="0"/>
          <a:ext cx="0" cy="0"/>
          <a:chOff x="0" y="0"/>
          <a:chExt cx="0" cy="0"/>
        </a:xfrm>
      </p:grpSpPr>
      <p:sp>
        <p:nvSpPr>
          <p:cNvPr id="188" name="Google Shape;188;g2004601b30f_0_17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9" name="Google Shape;189;g2004601b30f_0_17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dk1"/>
        </a:solidFill>
        <a:effectLst/>
      </p:bgPr>
    </p:bg>
    <p:spTree>
      <p:nvGrpSpPr>
        <p:cNvPr id="1" name="Shape 9"/>
        <p:cNvGrpSpPr/>
        <p:nvPr/>
      </p:nvGrpSpPr>
      <p:grpSpPr>
        <a:xfrm>
          <a:off x="0" y="0"/>
          <a:ext cx="0" cy="0"/>
          <a:chOff x="0" y="0"/>
          <a:chExt cx="0" cy="0"/>
        </a:xfrm>
      </p:grpSpPr>
      <p:sp>
        <p:nvSpPr>
          <p:cNvPr id="10" name="Google Shape;10;p2"/>
          <p:cNvSpPr/>
          <p:nvPr/>
        </p:nvSpPr>
        <p:spPr>
          <a:xfrm>
            <a:off x="0" y="0"/>
            <a:ext cx="9144000" cy="34290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1;p2"/>
          <p:cNvSpPr txBox="1">
            <a:spLocks noGrp="1"/>
          </p:cNvSpPr>
          <p:nvPr>
            <p:ph type="ctrTitle"/>
          </p:nvPr>
        </p:nvSpPr>
        <p:spPr>
          <a:xfrm>
            <a:off x="311700" y="392150"/>
            <a:ext cx="8520600" cy="2690400"/>
          </a:xfrm>
          <a:prstGeom prst="rect">
            <a:avLst/>
          </a:prstGeom>
        </p:spPr>
        <p:txBody>
          <a:bodyPr spcFirstLastPara="1" wrap="square" lIns="91425" tIns="91425" rIns="91425" bIns="91425" anchor="ctr" anchorCtr="0">
            <a:noAutofit/>
          </a:bodyPr>
          <a:lstStyle>
            <a:lvl1pPr lvl="0" algn="ctr">
              <a:spcBef>
                <a:spcPts val="0"/>
              </a:spcBef>
              <a:spcAft>
                <a:spcPts val="0"/>
              </a:spcAft>
              <a:buSzPts val="8000"/>
              <a:buNone/>
              <a:defRPr sz="8000"/>
            </a:lvl1pPr>
            <a:lvl2pPr lvl="1" algn="ctr">
              <a:spcBef>
                <a:spcPts val="0"/>
              </a:spcBef>
              <a:spcAft>
                <a:spcPts val="0"/>
              </a:spcAft>
              <a:buSzPts val="8000"/>
              <a:buNone/>
              <a:defRPr sz="8000"/>
            </a:lvl2pPr>
            <a:lvl3pPr lvl="2" algn="ctr">
              <a:spcBef>
                <a:spcPts val="0"/>
              </a:spcBef>
              <a:spcAft>
                <a:spcPts val="0"/>
              </a:spcAft>
              <a:buSzPts val="8000"/>
              <a:buNone/>
              <a:defRPr sz="8000"/>
            </a:lvl3pPr>
            <a:lvl4pPr lvl="3" algn="ctr">
              <a:spcBef>
                <a:spcPts val="0"/>
              </a:spcBef>
              <a:spcAft>
                <a:spcPts val="0"/>
              </a:spcAft>
              <a:buSzPts val="8000"/>
              <a:buNone/>
              <a:defRPr sz="8000"/>
            </a:lvl4pPr>
            <a:lvl5pPr lvl="4" algn="ctr">
              <a:spcBef>
                <a:spcPts val="0"/>
              </a:spcBef>
              <a:spcAft>
                <a:spcPts val="0"/>
              </a:spcAft>
              <a:buSzPts val="8000"/>
              <a:buNone/>
              <a:defRPr sz="8000"/>
            </a:lvl5pPr>
            <a:lvl6pPr lvl="5" algn="ctr">
              <a:spcBef>
                <a:spcPts val="0"/>
              </a:spcBef>
              <a:spcAft>
                <a:spcPts val="0"/>
              </a:spcAft>
              <a:buSzPts val="8000"/>
              <a:buNone/>
              <a:defRPr sz="8000"/>
            </a:lvl6pPr>
            <a:lvl7pPr lvl="6" algn="ctr">
              <a:spcBef>
                <a:spcPts val="0"/>
              </a:spcBef>
              <a:spcAft>
                <a:spcPts val="0"/>
              </a:spcAft>
              <a:buSzPts val="8000"/>
              <a:buNone/>
              <a:defRPr sz="8000"/>
            </a:lvl7pPr>
            <a:lvl8pPr lvl="7" algn="ctr">
              <a:spcBef>
                <a:spcPts val="0"/>
              </a:spcBef>
              <a:spcAft>
                <a:spcPts val="0"/>
              </a:spcAft>
              <a:buSzPts val="8000"/>
              <a:buNone/>
              <a:defRPr sz="8000"/>
            </a:lvl8pPr>
            <a:lvl9pPr lvl="8" algn="ctr">
              <a:spcBef>
                <a:spcPts val="0"/>
              </a:spcBef>
              <a:spcAft>
                <a:spcPts val="0"/>
              </a:spcAft>
              <a:buSzPts val="8000"/>
              <a:buNone/>
              <a:defRPr sz="8000"/>
            </a:lvl9pPr>
          </a:lstStyle>
          <a:p>
            <a:endParaRPr/>
          </a:p>
        </p:txBody>
      </p:sp>
      <p:sp>
        <p:nvSpPr>
          <p:cNvPr id="12" name="Google Shape;12;p2"/>
          <p:cNvSpPr txBox="1">
            <a:spLocks noGrp="1"/>
          </p:cNvSpPr>
          <p:nvPr>
            <p:ph type="subTitle" idx="1"/>
          </p:nvPr>
        </p:nvSpPr>
        <p:spPr>
          <a:xfrm>
            <a:off x="311700" y="3890400"/>
            <a:ext cx="8520600" cy="706200"/>
          </a:xfrm>
          <a:prstGeom prst="rect">
            <a:avLst/>
          </a:prstGeom>
        </p:spPr>
        <p:txBody>
          <a:bodyPr spcFirstLastPara="1" wrap="square" lIns="91425" tIns="91425" rIns="91425" bIns="91425" anchor="ctr" anchorCtr="0">
            <a:noAutofit/>
          </a:bodyPr>
          <a:lstStyle>
            <a:lvl1pPr lvl="0" algn="ctr">
              <a:lnSpc>
                <a:spcPct val="100000"/>
              </a:lnSpc>
              <a:spcBef>
                <a:spcPts val="0"/>
              </a:spcBef>
              <a:spcAft>
                <a:spcPts val="0"/>
              </a:spcAft>
              <a:buClr>
                <a:schemeClr val="accent1"/>
              </a:buClr>
              <a:buSzPts val="2100"/>
              <a:buNone/>
              <a:defRPr sz="2100" b="1">
                <a:solidFill>
                  <a:schemeClr val="accent1"/>
                </a:solidFill>
              </a:defRPr>
            </a:lvl1pPr>
            <a:lvl2pPr lvl="1" algn="ctr">
              <a:lnSpc>
                <a:spcPct val="100000"/>
              </a:lnSpc>
              <a:spcBef>
                <a:spcPts val="0"/>
              </a:spcBef>
              <a:spcAft>
                <a:spcPts val="0"/>
              </a:spcAft>
              <a:buClr>
                <a:schemeClr val="accent1"/>
              </a:buClr>
              <a:buSzPts val="2100"/>
              <a:buNone/>
              <a:defRPr sz="2100" b="1">
                <a:solidFill>
                  <a:schemeClr val="accent1"/>
                </a:solidFill>
              </a:defRPr>
            </a:lvl2pPr>
            <a:lvl3pPr lvl="2" algn="ctr">
              <a:lnSpc>
                <a:spcPct val="100000"/>
              </a:lnSpc>
              <a:spcBef>
                <a:spcPts val="0"/>
              </a:spcBef>
              <a:spcAft>
                <a:spcPts val="0"/>
              </a:spcAft>
              <a:buClr>
                <a:schemeClr val="accent1"/>
              </a:buClr>
              <a:buSzPts val="2100"/>
              <a:buNone/>
              <a:defRPr sz="2100" b="1">
                <a:solidFill>
                  <a:schemeClr val="accent1"/>
                </a:solidFill>
              </a:defRPr>
            </a:lvl3pPr>
            <a:lvl4pPr lvl="3" algn="ctr">
              <a:lnSpc>
                <a:spcPct val="100000"/>
              </a:lnSpc>
              <a:spcBef>
                <a:spcPts val="0"/>
              </a:spcBef>
              <a:spcAft>
                <a:spcPts val="0"/>
              </a:spcAft>
              <a:buClr>
                <a:schemeClr val="accent1"/>
              </a:buClr>
              <a:buSzPts val="2100"/>
              <a:buNone/>
              <a:defRPr sz="2100" b="1">
                <a:solidFill>
                  <a:schemeClr val="accent1"/>
                </a:solidFill>
              </a:defRPr>
            </a:lvl4pPr>
            <a:lvl5pPr lvl="4" algn="ctr">
              <a:lnSpc>
                <a:spcPct val="100000"/>
              </a:lnSpc>
              <a:spcBef>
                <a:spcPts val="0"/>
              </a:spcBef>
              <a:spcAft>
                <a:spcPts val="0"/>
              </a:spcAft>
              <a:buClr>
                <a:schemeClr val="accent1"/>
              </a:buClr>
              <a:buSzPts val="2100"/>
              <a:buNone/>
              <a:defRPr sz="2100" b="1">
                <a:solidFill>
                  <a:schemeClr val="accent1"/>
                </a:solidFill>
              </a:defRPr>
            </a:lvl5pPr>
            <a:lvl6pPr lvl="5" algn="ctr">
              <a:lnSpc>
                <a:spcPct val="100000"/>
              </a:lnSpc>
              <a:spcBef>
                <a:spcPts val="0"/>
              </a:spcBef>
              <a:spcAft>
                <a:spcPts val="0"/>
              </a:spcAft>
              <a:buClr>
                <a:schemeClr val="accent1"/>
              </a:buClr>
              <a:buSzPts val="2100"/>
              <a:buNone/>
              <a:defRPr sz="2100" b="1">
                <a:solidFill>
                  <a:schemeClr val="accent1"/>
                </a:solidFill>
              </a:defRPr>
            </a:lvl6pPr>
            <a:lvl7pPr lvl="6" algn="ctr">
              <a:lnSpc>
                <a:spcPct val="100000"/>
              </a:lnSpc>
              <a:spcBef>
                <a:spcPts val="0"/>
              </a:spcBef>
              <a:spcAft>
                <a:spcPts val="0"/>
              </a:spcAft>
              <a:buClr>
                <a:schemeClr val="accent1"/>
              </a:buClr>
              <a:buSzPts val="2100"/>
              <a:buNone/>
              <a:defRPr sz="2100" b="1">
                <a:solidFill>
                  <a:schemeClr val="accent1"/>
                </a:solidFill>
              </a:defRPr>
            </a:lvl7pPr>
            <a:lvl8pPr lvl="7" algn="ctr">
              <a:lnSpc>
                <a:spcPct val="100000"/>
              </a:lnSpc>
              <a:spcBef>
                <a:spcPts val="0"/>
              </a:spcBef>
              <a:spcAft>
                <a:spcPts val="0"/>
              </a:spcAft>
              <a:buClr>
                <a:schemeClr val="accent1"/>
              </a:buClr>
              <a:buSzPts val="2100"/>
              <a:buNone/>
              <a:defRPr sz="2100" b="1">
                <a:solidFill>
                  <a:schemeClr val="accent1"/>
                </a:solidFill>
              </a:defRPr>
            </a:lvl8pPr>
            <a:lvl9pPr lvl="8" algn="ctr">
              <a:lnSpc>
                <a:spcPct val="100000"/>
              </a:lnSpc>
              <a:spcBef>
                <a:spcPts val="0"/>
              </a:spcBef>
              <a:spcAft>
                <a:spcPts val="0"/>
              </a:spcAft>
              <a:buClr>
                <a:schemeClr val="accent1"/>
              </a:buClr>
              <a:buSzPts val="2100"/>
              <a:buNone/>
              <a:defRPr sz="2100" b="1">
                <a:solidFill>
                  <a:schemeClr val="accent1"/>
                </a:solidFill>
              </a:defRPr>
            </a:lvl9pPr>
          </a:lstStyle>
          <a:p>
            <a:endParaRPr/>
          </a:p>
        </p:txBody>
      </p:sp>
      <p:sp>
        <p:nvSpPr>
          <p:cNvPr id="13" name="Google Shape;13;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chemeClr val="dk1"/>
        </a:solidFill>
        <a:effectLst/>
      </p:bgPr>
    </p:bg>
    <p:spTree>
      <p:nvGrpSpPr>
        <p:cNvPr id="1" name="Shape 14"/>
        <p:cNvGrpSpPr/>
        <p:nvPr/>
      </p:nvGrpSpPr>
      <p:grpSpPr>
        <a:xfrm>
          <a:off x="0" y="0"/>
          <a:ext cx="0" cy="0"/>
          <a:chOff x="0" y="0"/>
          <a:chExt cx="0" cy="0"/>
        </a:xfrm>
      </p:grpSpPr>
      <p:sp>
        <p:nvSpPr>
          <p:cNvPr id="15" name="Google Shape;15;p3"/>
          <p:cNvSpPr txBox="1">
            <a:spLocks noGrp="1"/>
          </p:cNvSpPr>
          <p:nvPr>
            <p:ph type="title"/>
          </p:nvPr>
        </p:nvSpPr>
        <p:spPr>
          <a:xfrm>
            <a:off x="2802750" y="802500"/>
            <a:ext cx="3538500" cy="3538500"/>
          </a:xfrm>
          <a:prstGeom prst="rect">
            <a:avLst/>
          </a:prstGeom>
          <a:solidFill>
            <a:srgbClr val="FFFFFF"/>
          </a:solidFill>
        </p:spPr>
        <p:txBody>
          <a:bodyPr spcFirstLastPara="1" wrap="square" lIns="91425" tIns="91425" rIns="91425" bIns="91425" anchor="ctr" anchorCtr="0">
            <a:noAutofit/>
          </a:bodyPr>
          <a:lstStyle>
            <a:lvl1pPr lvl="0" algn="ctr">
              <a:spcBef>
                <a:spcPts val="0"/>
              </a:spcBef>
              <a:spcAft>
                <a:spcPts val="0"/>
              </a:spcAft>
              <a:buSzPts val="4800"/>
              <a:buNone/>
              <a:defRPr sz="4800"/>
            </a:lvl1pPr>
            <a:lvl2pPr lvl="1" algn="ctr">
              <a:spcBef>
                <a:spcPts val="0"/>
              </a:spcBef>
              <a:spcAft>
                <a:spcPts val="0"/>
              </a:spcAft>
              <a:buSzPts val="4800"/>
              <a:buNone/>
              <a:defRPr sz="4800"/>
            </a:lvl2pPr>
            <a:lvl3pPr lvl="2" algn="ctr">
              <a:spcBef>
                <a:spcPts val="0"/>
              </a:spcBef>
              <a:spcAft>
                <a:spcPts val="0"/>
              </a:spcAft>
              <a:buSzPts val="4800"/>
              <a:buNone/>
              <a:defRPr sz="4800"/>
            </a:lvl3pPr>
            <a:lvl4pPr lvl="3" algn="ctr">
              <a:spcBef>
                <a:spcPts val="0"/>
              </a:spcBef>
              <a:spcAft>
                <a:spcPts val="0"/>
              </a:spcAft>
              <a:buSzPts val="4800"/>
              <a:buNone/>
              <a:defRPr sz="4800"/>
            </a:lvl4pPr>
            <a:lvl5pPr lvl="4" algn="ctr">
              <a:spcBef>
                <a:spcPts val="0"/>
              </a:spcBef>
              <a:spcAft>
                <a:spcPts val="0"/>
              </a:spcAft>
              <a:buSzPts val="4800"/>
              <a:buNone/>
              <a:defRPr sz="4800"/>
            </a:lvl5pPr>
            <a:lvl6pPr lvl="5" algn="ctr">
              <a:spcBef>
                <a:spcPts val="0"/>
              </a:spcBef>
              <a:spcAft>
                <a:spcPts val="0"/>
              </a:spcAft>
              <a:buSzPts val="4800"/>
              <a:buNone/>
              <a:defRPr sz="4800"/>
            </a:lvl6pPr>
            <a:lvl7pPr lvl="6" algn="ctr">
              <a:spcBef>
                <a:spcPts val="0"/>
              </a:spcBef>
              <a:spcAft>
                <a:spcPts val="0"/>
              </a:spcAft>
              <a:buSzPts val="4800"/>
              <a:buNone/>
              <a:defRPr sz="4800"/>
            </a:lvl7pPr>
            <a:lvl8pPr lvl="7" algn="ctr">
              <a:spcBef>
                <a:spcPts val="0"/>
              </a:spcBef>
              <a:spcAft>
                <a:spcPts val="0"/>
              </a:spcAft>
              <a:buSzPts val="4800"/>
              <a:buNone/>
              <a:defRPr sz="4800"/>
            </a:lvl8pPr>
            <a:lvl9pPr lvl="8" algn="ctr">
              <a:spcBef>
                <a:spcPts val="0"/>
              </a:spcBef>
              <a:spcAft>
                <a:spcPts val="0"/>
              </a:spcAft>
              <a:buSzPts val="4800"/>
              <a:buNone/>
              <a:defRPr sz="4800"/>
            </a:lvl9pPr>
          </a:lstStyle>
          <a:p>
            <a:endParaRPr/>
          </a:p>
        </p:txBody>
      </p:sp>
      <p:sp>
        <p:nvSpPr>
          <p:cNvPr id="16" name="Google Shape;16;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7"/>
        <p:cNvGrpSpPr/>
        <p:nvPr/>
      </p:nvGrpSpPr>
      <p:grpSpPr>
        <a:xfrm>
          <a:off x="0" y="0"/>
          <a:ext cx="0" cy="0"/>
          <a:chOff x="0" y="0"/>
          <a:chExt cx="0" cy="0"/>
        </a:xfrm>
      </p:grpSpPr>
      <p:sp>
        <p:nvSpPr>
          <p:cNvPr id="18" name="Google Shape;18;p4"/>
          <p:cNvSpPr txBox="1">
            <a:spLocks noGrp="1"/>
          </p:cNvSpPr>
          <p:nvPr>
            <p:ph type="title"/>
          </p:nvPr>
        </p:nvSpPr>
        <p:spPr>
          <a:xfrm>
            <a:off x="311700" y="292850"/>
            <a:ext cx="8520600" cy="801000"/>
          </a:xfrm>
          <a:prstGeom prst="rect">
            <a:avLst/>
          </a:prstGeom>
        </p:spPr>
        <p:txBody>
          <a:bodyPr spcFirstLastPara="1" wrap="square" lIns="91425" tIns="91425" rIns="91425" bIns="91425" anchor="t" anchorCtr="0">
            <a:noAutofit/>
          </a:bodyPr>
          <a:lstStyle>
            <a:lvl1pPr lvl="0">
              <a:spcBef>
                <a:spcPts val="0"/>
              </a:spcBef>
              <a:spcAft>
                <a:spcPts val="0"/>
              </a:spcAft>
              <a:buSzPts val="4200"/>
              <a:buNone/>
              <a:defRPr/>
            </a:lvl1pPr>
            <a:lvl2pPr lvl="1">
              <a:spcBef>
                <a:spcPts val="0"/>
              </a:spcBef>
              <a:spcAft>
                <a:spcPts val="0"/>
              </a:spcAft>
              <a:buSzPts val="4200"/>
              <a:buNone/>
              <a:defRPr/>
            </a:lvl2pPr>
            <a:lvl3pPr lvl="2">
              <a:spcBef>
                <a:spcPts val="0"/>
              </a:spcBef>
              <a:spcAft>
                <a:spcPts val="0"/>
              </a:spcAft>
              <a:buSzPts val="4200"/>
              <a:buNone/>
              <a:defRPr/>
            </a:lvl3pPr>
            <a:lvl4pPr lvl="3">
              <a:spcBef>
                <a:spcPts val="0"/>
              </a:spcBef>
              <a:spcAft>
                <a:spcPts val="0"/>
              </a:spcAft>
              <a:buSzPts val="4200"/>
              <a:buNone/>
              <a:defRPr/>
            </a:lvl4pPr>
            <a:lvl5pPr lvl="4">
              <a:spcBef>
                <a:spcPts val="0"/>
              </a:spcBef>
              <a:spcAft>
                <a:spcPts val="0"/>
              </a:spcAft>
              <a:buSzPts val="4200"/>
              <a:buNone/>
              <a:defRPr/>
            </a:lvl5pPr>
            <a:lvl6pPr lvl="5">
              <a:spcBef>
                <a:spcPts val="0"/>
              </a:spcBef>
              <a:spcAft>
                <a:spcPts val="0"/>
              </a:spcAft>
              <a:buSzPts val="4200"/>
              <a:buNone/>
              <a:defRPr/>
            </a:lvl6pPr>
            <a:lvl7pPr lvl="6">
              <a:spcBef>
                <a:spcPts val="0"/>
              </a:spcBef>
              <a:spcAft>
                <a:spcPts val="0"/>
              </a:spcAft>
              <a:buSzPts val="4200"/>
              <a:buNone/>
              <a:defRPr/>
            </a:lvl7pPr>
            <a:lvl8pPr lvl="7">
              <a:spcBef>
                <a:spcPts val="0"/>
              </a:spcBef>
              <a:spcAft>
                <a:spcPts val="0"/>
              </a:spcAft>
              <a:buSzPts val="4200"/>
              <a:buNone/>
              <a:defRPr/>
            </a:lvl8pPr>
            <a:lvl9pPr lvl="8">
              <a:spcBef>
                <a:spcPts val="0"/>
              </a:spcBef>
              <a:spcAft>
                <a:spcPts val="0"/>
              </a:spcAft>
              <a:buSzPts val="4200"/>
              <a:buNone/>
              <a:defRPr/>
            </a:lvl9pPr>
          </a:lstStyle>
          <a:p>
            <a:endParaRPr/>
          </a:p>
        </p:txBody>
      </p:sp>
      <p:sp>
        <p:nvSpPr>
          <p:cNvPr id="19" name="Google Shape;19;p4"/>
          <p:cNvSpPr txBox="1">
            <a:spLocks noGrp="1"/>
          </p:cNvSpPr>
          <p:nvPr>
            <p:ph type="body" idx="1"/>
          </p:nvPr>
        </p:nvSpPr>
        <p:spPr>
          <a:xfrm>
            <a:off x="311700" y="1228675"/>
            <a:ext cx="8520600" cy="3340200"/>
          </a:xfrm>
          <a:prstGeom prst="rect">
            <a:avLst/>
          </a:prstGeom>
        </p:spPr>
        <p:txBody>
          <a:bodyPr spcFirstLastPara="1" wrap="square" lIns="91425" tIns="91425" rIns="91425" bIns="91425" anchor="t" anchorCtr="0">
            <a:noAutofit/>
          </a:bodyPr>
          <a:lstStyle>
            <a:lvl1pPr marL="457200" lvl="0" indent="-342900">
              <a:spcBef>
                <a:spcPts val="0"/>
              </a:spcBef>
              <a:spcAft>
                <a:spcPts val="0"/>
              </a:spcAft>
              <a:buSzPts val="1800"/>
              <a:buChar char="●"/>
              <a:defRPr/>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endParaRPr/>
          </a:p>
        </p:txBody>
      </p:sp>
      <p:sp>
        <p:nvSpPr>
          <p:cNvPr id="20" name="Google Shape;20;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1"/>
        <p:cNvGrpSpPr/>
        <p:nvPr/>
      </p:nvGrpSpPr>
      <p:grpSpPr>
        <a:xfrm>
          <a:off x="0" y="0"/>
          <a:ext cx="0" cy="0"/>
          <a:chOff x="0" y="0"/>
          <a:chExt cx="0" cy="0"/>
        </a:xfrm>
      </p:grpSpPr>
      <p:sp>
        <p:nvSpPr>
          <p:cNvPr id="22" name="Google Shape;22;p5"/>
          <p:cNvSpPr txBox="1">
            <a:spLocks noGrp="1"/>
          </p:cNvSpPr>
          <p:nvPr>
            <p:ph type="title"/>
          </p:nvPr>
        </p:nvSpPr>
        <p:spPr>
          <a:xfrm>
            <a:off x="311700" y="292850"/>
            <a:ext cx="8520600" cy="801000"/>
          </a:xfrm>
          <a:prstGeom prst="rect">
            <a:avLst/>
          </a:prstGeom>
        </p:spPr>
        <p:txBody>
          <a:bodyPr spcFirstLastPara="1" wrap="square" lIns="91425" tIns="91425" rIns="91425" bIns="91425" anchor="t" anchorCtr="0">
            <a:noAutofit/>
          </a:bodyPr>
          <a:lstStyle>
            <a:lvl1pPr lvl="0">
              <a:spcBef>
                <a:spcPts val="0"/>
              </a:spcBef>
              <a:spcAft>
                <a:spcPts val="0"/>
              </a:spcAft>
              <a:buSzPts val="4200"/>
              <a:buNone/>
              <a:defRPr/>
            </a:lvl1pPr>
            <a:lvl2pPr lvl="1">
              <a:spcBef>
                <a:spcPts val="0"/>
              </a:spcBef>
              <a:spcAft>
                <a:spcPts val="0"/>
              </a:spcAft>
              <a:buSzPts val="4200"/>
              <a:buNone/>
              <a:defRPr/>
            </a:lvl2pPr>
            <a:lvl3pPr lvl="2">
              <a:spcBef>
                <a:spcPts val="0"/>
              </a:spcBef>
              <a:spcAft>
                <a:spcPts val="0"/>
              </a:spcAft>
              <a:buSzPts val="4200"/>
              <a:buNone/>
              <a:defRPr/>
            </a:lvl3pPr>
            <a:lvl4pPr lvl="3">
              <a:spcBef>
                <a:spcPts val="0"/>
              </a:spcBef>
              <a:spcAft>
                <a:spcPts val="0"/>
              </a:spcAft>
              <a:buSzPts val="4200"/>
              <a:buNone/>
              <a:defRPr/>
            </a:lvl4pPr>
            <a:lvl5pPr lvl="4">
              <a:spcBef>
                <a:spcPts val="0"/>
              </a:spcBef>
              <a:spcAft>
                <a:spcPts val="0"/>
              </a:spcAft>
              <a:buSzPts val="4200"/>
              <a:buNone/>
              <a:defRPr/>
            </a:lvl5pPr>
            <a:lvl6pPr lvl="5">
              <a:spcBef>
                <a:spcPts val="0"/>
              </a:spcBef>
              <a:spcAft>
                <a:spcPts val="0"/>
              </a:spcAft>
              <a:buSzPts val="4200"/>
              <a:buNone/>
              <a:defRPr/>
            </a:lvl6pPr>
            <a:lvl7pPr lvl="6">
              <a:spcBef>
                <a:spcPts val="0"/>
              </a:spcBef>
              <a:spcAft>
                <a:spcPts val="0"/>
              </a:spcAft>
              <a:buSzPts val="4200"/>
              <a:buNone/>
              <a:defRPr/>
            </a:lvl7pPr>
            <a:lvl8pPr lvl="7">
              <a:spcBef>
                <a:spcPts val="0"/>
              </a:spcBef>
              <a:spcAft>
                <a:spcPts val="0"/>
              </a:spcAft>
              <a:buSzPts val="4200"/>
              <a:buNone/>
              <a:defRPr/>
            </a:lvl8pPr>
            <a:lvl9pPr lvl="8">
              <a:spcBef>
                <a:spcPts val="0"/>
              </a:spcBef>
              <a:spcAft>
                <a:spcPts val="0"/>
              </a:spcAft>
              <a:buSzPts val="4200"/>
              <a:buNone/>
              <a:defRPr/>
            </a:lvl9pPr>
          </a:lstStyle>
          <a:p>
            <a:endParaRPr/>
          </a:p>
        </p:txBody>
      </p:sp>
      <p:sp>
        <p:nvSpPr>
          <p:cNvPr id="23" name="Google Shape;23;p5"/>
          <p:cNvSpPr txBox="1">
            <a:spLocks noGrp="1"/>
          </p:cNvSpPr>
          <p:nvPr>
            <p:ph type="body" idx="1"/>
          </p:nvPr>
        </p:nvSpPr>
        <p:spPr>
          <a:xfrm>
            <a:off x="311700" y="1228675"/>
            <a:ext cx="3999900" cy="33402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24" name="Google Shape;24;p5"/>
          <p:cNvSpPr txBox="1">
            <a:spLocks noGrp="1"/>
          </p:cNvSpPr>
          <p:nvPr>
            <p:ph type="body" idx="2"/>
          </p:nvPr>
        </p:nvSpPr>
        <p:spPr>
          <a:xfrm>
            <a:off x="4832400" y="1228675"/>
            <a:ext cx="3999900" cy="33402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25" name="Google Shape;25;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6"/>
        <p:cNvGrpSpPr/>
        <p:nvPr/>
      </p:nvGrpSpPr>
      <p:grpSpPr>
        <a:xfrm>
          <a:off x="0" y="0"/>
          <a:ext cx="0" cy="0"/>
          <a:chOff x="0" y="0"/>
          <a:chExt cx="0" cy="0"/>
        </a:xfrm>
      </p:grpSpPr>
      <p:sp>
        <p:nvSpPr>
          <p:cNvPr id="27" name="Google Shape;27;p6"/>
          <p:cNvSpPr txBox="1">
            <a:spLocks noGrp="1"/>
          </p:cNvSpPr>
          <p:nvPr>
            <p:ph type="title"/>
          </p:nvPr>
        </p:nvSpPr>
        <p:spPr>
          <a:xfrm>
            <a:off x="304800" y="309350"/>
            <a:ext cx="8537700" cy="748200"/>
          </a:xfrm>
          <a:prstGeom prst="rect">
            <a:avLst/>
          </a:prstGeom>
        </p:spPr>
        <p:txBody>
          <a:bodyPr spcFirstLastPara="1" wrap="square" lIns="91425" tIns="91425" rIns="91425" bIns="91425" anchor="t" anchorCtr="0">
            <a:noAutofit/>
          </a:bodyPr>
          <a:lstStyle>
            <a:lvl1pPr lvl="0">
              <a:spcBef>
                <a:spcPts val="0"/>
              </a:spcBef>
              <a:spcAft>
                <a:spcPts val="0"/>
              </a:spcAft>
              <a:buSzPts val="4000"/>
              <a:buNone/>
              <a:defRPr sz="4000"/>
            </a:lvl1pPr>
            <a:lvl2pPr lvl="1">
              <a:spcBef>
                <a:spcPts val="0"/>
              </a:spcBef>
              <a:spcAft>
                <a:spcPts val="0"/>
              </a:spcAft>
              <a:buSzPts val="4000"/>
              <a:buNone/>
              <a:defRPr sz="4000"/>
            </a:lvl2pPr>
            <a:lvl3pPr lvl="2">
              <a:spcBef>
                <a:spcPts val="0"/>
              </a:spcBef>
              <a:spcAft>
                <a:spcPts val="0"/>
              </a:spcAft>
              <a:buSzPts val="4000"/>
              <a:buNone/>
              <a:defRPr sz="4000"/>
            </a:lvl3pPr>
            <a:lvl4pPr lvl="3">
              <a:spcBef>
                <a:spcPts val="0"/>
              </a:spcBef>
              <a:spcAft>
                <a:spcPts val="0"/>
              </a:spcAft>
              <a:buSzPts val="4000"/>
              <a:buNone/>
              <a:defRPr sz="4000"/>
            </a:lvl4pPr>
            <a:lvl5pPr lvl="4">
              <a:spcBef>
                <a:spcPts val="0"/>
              </a:spcBef>
              <a:spcAft>
                <a:spcPts val="0"/>
              </a:spcAft>
              <a:buSzPts val="4000"/>
              <a:buNone/>
              <a:defRPr sz="4000"/>
            </a:lvl5pPr>
            <a:lvl6pPr lvl="5">
              <a:spcBef>
                <a:spcPts val="0"/>
              </a:spcBef>
              <a:spcAft>
                <a:spcPts val="0"/>
              </a:spcAft>
              <a:buSzPts val="4000"/>
              <a:buNone/>
              <a:defRPr sz="4000"/>
            </a:lvl6pPr>
            <a:lvl7pPr lvl="6">
              <a:spcBef>
                <a:spcPts val="0"/>
              </a:spcBef>
              <a:spcAft>
                <a:spcPts val="0"/>
              </a:spcAft>
              <a:buSzPts val="4000"/>
              <a:buNone/>
              <a:defRPr sz="4000"/>
            </a:lvl7pPr>
            <a:lvl8pPr lvl="7">
              <a:spcBef>
                <a:spcPts val="0"/>
              </a:spcBef>
              <a:spcAft>
                <a:spcPts val="0"/>
              </a:spcAft>
              <a:buSzPts val="4000"/>
              <a:buNone/>
              <a:defRPr sz="4000"/>
            </a:lvl8pPr>
            <a:lvl9pPr lvl="8">
              <a:spcBef>
                <a:spcPts val="0"/>
              </a:spcBef>
              <a:spcAft>
                <a:spcPts val="0"/>
              </a:spcAft>
              <a:buSzPts val="4000"/>
              <a:buNone/>
              <a:defRPr sz="4000"/>
            </a:lvl9pPr>
          </a:lstStyle>
          <a:p>
            <a:endParaRPr/>
          </a:p>
        </p:txBody>
      </p:sp>
      <p:sp>
        <p:nvSpPr>
          <p:cNvPr id="28" name="Google Shape;28;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9"/>
        <p:cNvGrpSpPr/>
        <p:nvPr/>
      </p:nvGrpSpPr>
      <p:grpSpPr>
        <a:xfrm>
          <a:off x="0" y="0"/>
          <a:ext cx="0" cy="0"/>
          <a:chOff x="0" y="0"/>
          <a:chExt cx="0" cy="0"/>
        </a:xfrm>
      </p:grpSpPr>
      <p:sp>
        <p:nvSpPr>
          <p:cNvPr id="30" name="Google Shape;30;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Autofit/>
          </a:bodyPr>
          <a:lstStyle>
            <a:lvl1pPr lvl="0">
              <a:spcBef>
                <a:spcPts val="0"/>
              </a:spcBef>
              <a:spcAft>
                <a:spcPts val="0"/>
              </a:spcAft>
              <a:buSzPts val="3000"/>
              <a:buNone/>
              <a:defRPr sz="3000">
                <a:highlight>
                  <a:schemeClr val="dk1"/>
                </a:highlight>
              </a:defRPr>
            </a:lvl1pPr>
            <a:lvl2pPr lvl="1">
              <a:spcBef>
                <a:spcPts val="0"/>
              </a:spcBef>
              <a:spcAft>
                <a:spcPts val="0"/>
              </a:spcAft>
              <a:buSzPts val="3000"/>
              <a:buNone/>
              <a:defRPr sz="3000">
                <a:highlight>
                  <a:schemeClr val="dk1"/>
                </a:highlight>
              </a:defRPr>
            </a:lvl2pPr>
            <a:lvl3pPr lvl="2">
              <a:spcBef>
                <a:spcPts val="0"/>
              </a:spcBef>
              <a:spcAft>
                <a:spcPts val="0"/>
              </a:spcAft>
              <a:buSzPts val="3000"/>
              <a:buNone/>
              <a:defRPr sz="3000">
                <a:highlight>
                  <a:schemeClr val="dk1"/>
                </a:highlight>
              </a:defRPr>
            </a:lvl3pPr>
            <a:lvl4pPr lvl="3">
              <a:spcBef>
                <a:spcPts val="0"/>
              </a:spcBef>
              <a:spcAft>
                <a:spcPts val="0"/>
              </a:spcAft>
              <a:buSzPts val="3000"/>
              <a:buNone/>
              <a:defRPr sz="3000">
                <a:highlight>
                  <a:schemeClr val="dk1"/>
                </a:highlight>
              </a:defRPr>
            </a:lvl4pPr>
            <a:lvl5pPr lvl="4">
              <a:spcBef>
                <a:spcPts val="0"/>
              </a:spcBef>
              <a:spcAft>
                <a:spcPts val="0"/>
              </a:spcAft>
              <a:buSzPts val="3000"/>
              <a:buNone/>
              <a:defRPr sz="3000">
                <a:highlight>
                  <a:schemeClr val="dk1"/>
                </a:highlight>
              </a:defRPr>
            </a:lvl5pPr>
            <a:lvl6pPr lvl="5">
              <a:spcBef>
                <a:spcPts val="0"/>
              </a:spcBef>
              <a:spcAft>
                <a:spcPts val="0"/>
              </a:spcAft>
              <a:buSzPts val="3000"/>
              <a:buNone/>
              <a:defRPr sz="3000">
                <a:highlight>
                  <a:schemeClr val="dk1"/>
                </a:highlight>
              </a:defRPr>
            </a:lvl6pPr>
            <a:lvl7pPr lvl="6">
              <a:spcBef>
                <a:spcPts val="0"/>
              </a:spcBef>
              <a:spcAft>
                <a:spcPts val="0"/>
              </a:spcAft>
              <a:buSzPts val="3000"/>
              <a:buNone/>
              <a:defRPr sz="3000">
                <a:highlight>
                  <a:schemeClr val="dk1"/>
                </a:highlight>
              </a:defRPr>
            </a:lvl7pPr>
            <a:lvl8pPr lvl="7">
              <a:spcBef>
                <a:spcPts val="0"/>
              </a:spcBef>
              <a:spcAft>
                <a:spcPts val="0"/>
              </a:spcAft>
              <a:buSzPts val="3000"/>
              <a:buNone/>
              <a:defRPr sz="3000">
                <a:highlight>
                  <a:schemeClr val="dk1"/>
                </a:highlight>
              </a:defRPr>
            </a:lvl8pPr>
            <a:lvl9pPr lvl="8">
              <a:spcBef>
                <a:spcPts val="0"/>
              </a:spcBef>
              <a:spcAft>
                <a:spcPts val="0"/>
              </a:spcAft>
              <a:buSzPts val="3000"/>
              <a:buNone/>
              <a:defRPr sz="3000">
                <a:highlight>
                  <a:schemeClr val="dk1"/>
                </a:highlight>
              </a:defRPr>
            </a:lvl9pPr>
          </a:lstStyle>
          <a:p>
            <a:endParaRPr/>
          </a:p>
        </p:txBody>
      </p:sp>
      <p:sp>
        <p:nvSpPr>
          <p:cNvPr id="31" name="Google Shape;31;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sz="12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32" name="Google Shape;32;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accent4"/>
        </a:solidFill>
        <a:effectLst/>
      </p:bgPr>
    </p:bg>
    <p:spTree>
      <p:nvGrpSpPr>
        <p:cNvPr id="1" name="Shape 33"/>
        <p:cNvGrpSpPr/>
        <p:nvPr/>
      </p:nvGrpSpPr>
      <p:grpSpPr>
        <a:xfrm>
          <a:off x="0" y="0"/>
          <a:ext cx="0" cy="0"/>
          <a:chOff x="0" y="0"/>
          <a:chExt cx="0" cy="0"/>
        </a:xfrm>
      </p:grpSpPr>
      <p:sp>
        <p:nvSpPr>
          <p:cNvPr id="34" name="Google Shape;34;p8"/>
          <p:cNvSpPr txBox="1">
            <a:spLocks noGrp="1"/>
          </p:cNvSpPr>
          <p:nvPr>
            <p:ph type="title"/>
          </p:nvPr>
        </p:nvSpPr>
        <p:spPr>
          <a:xfrm>
            <a:off x="490250" y="526350"/>
            <a:ext cx="5618700" cy="4090800"/>
          </a:xfrm>
          <a:prstGeom prst="rect">
            <a:avLst/>
          </a:prstGeom>
        </p:spPr>
        <p:txBody>
          <a:bodyPr spcFirstLastPara="1" wrap="square" lIns="91425" tIns="91425" rIns="91425" bIns="91425" anchor="ctr" anchorCtr="0">
            <a:noAutofit/>
          </a:bodyPr>
          <a:lstStyle>
            <a:lvl1pPr lvl="0">
              <a:spcBef>
                <a:spcPts val="0"/>
              </a:spcBef>
              <a:spcAft>
                <a:spcPts val="0"/>
              </a:spcAft>
              <a:buClr>
                <a:schemeClr val="lt1"/>
              </a:buClr>
              <a:buSzPts val="6000"/>
              <a:buNone/>
              <a:defRPr sz="6000">
                <a:solidFill>
                  <a:schemeClr val="lt1"/>
                </a:solidFill>
              </a:defRPr>
            </a:lvl1pPr>
            <a:lvl2pPr lvl="1">
              <a:spcBef>
                <a:spcPts val="0"/>
              </a:spcBef>
              <a:spcAft>
                <a:spcPts val="0"/>
              </a:spcAft>
              <a:buClr>
                <a:schemeClr val="lt1"/>
              </a:buClr>
              <a:buSzPts val="6000"/>
              <a:buNone/>
              <a:defRPr sz="6000">
                <a:solidFill>
                  <a:schemeClr val="lt1"/>
                </a:solidFill>
              </a:defRPr>
            </a:lvl2pPr>
            <a:lvl3pPr lvl="2">
              <a:spcBef>
                <a:spcPts val="0"/>
              </a:spcBef>
              <a:spcAft>
                <a:spcPts val="0"/>
              </a:spcAft>
              <a:buClr>
                <a:schemeClr val="lt1"/>
              </a:buClr>
              <a:buSzPts val="6000"/>
              <a:buNone/>
              <a:defRPr sz="6000">
                <a:solidFill>
                  <a:schemeClr val="lt1"/>
                </a:solidFill>
              </a:defRPr>
            </a:lvl3pPr>
            <a:lvl4pPr lvl="3">
              <a:spcBef>
                <a:spcPts val="0"/>
              </a:spcBef>
              <a:spcAft>
                <a:spcPts val="0"/>
              </a:spcAft>
              <a:buClr>
                <a:schemeClr val="lt1"/>
              </a:buClr>
              <a:buSzPts val="6000"/>
              <a:buNone/>
              <a:defRPr sz="6000">
                <a:solidFill>
                  <a:schemeClr val="lt1"/>
                </a:solidFill>
              </a:defRPr>
            </a:lvl4pPr>
            <a:lvl5pPr lvl="4">
              <a:spcBef>
                <a:spcPts val="0"/>
              </a:spcBef>
              <a:spcAft>
                <a:spcPts val="0"/>
              </a:spcAft>
              <a:buClr>
                <a:schemeClr val="lt1"/>
              </a:buClr>
              <a:buSzPts val="6000"/>
              <a:buNone/>
              <a:defRPr sz="6000">
                <a:solidFill>
                  <a:schemeClr val="lt1"/>
                </a:solidFill>
              </a:defRPr>
            </a:lvl5pPr>
            <a:lvl6pPr lvl="5">
              <a:spcBef>
                <a:spcPts val="0"/>
              </a:spcBef>
              <a:spcAft>
                <a:spcPts val="0"/>
              </a:spcAft>
              <a:buClr>
                <a:schemeClr val="lt1"/>
              </a:buClr>
              <a:buSzPts val="6000"/>
              <a:buNone/>
              <a:defRPr sz="6000">
                <a:solidFill>
                  <a:schemeClr val="lt1"/>
                </a:solidFill>
              </a:defRPr>
            </a:lvl6pPr>
            <a:lvl7pPr lvl="6">
              <a:spcBef>
                <a:spcPts val="0"/>
              </a:spcBef>
              <a:spcAft>
                <a:spcPts val="0"/>
              </a:spcAft>
              <a:buClr>
                <a:schemeClr val="lt1"/>
              </a:buClr>
              <a:buSzPts val="6000"/>
              <a:buNone/>
              <a:defRPr sz="6000">
                <a:solidFill>
                  <a:schemeClr val="lt1"/>
                </a:solidFill>
              </a:defRPr>
            </a:lvl7pPr>
            <a:lvl8pPr lvl="7">
              <a:spcBef>
                <a:spcPts val="0"/>
              </a:spcBef>
              <a:spcAft>
                <a:spcPts val="0"/>
              </a:spcAft>
              <a:buClr>
                <a:schemeClr val="lt1"/>
              </a:buClr>
              <a:buSzPts val="6000"/>
              <a:buNone/>
              <a:defRPr sz="6000">
                <a:solidFill>
                  <a:schemeClr val="lt1"/>
                </a:solidFill>
              </a:defRPr>
            </a:lvl8pPr>
            <a:lvl9pPr lvl="8">
              <a:spcBef>
                <a:spcPts val="0"/>
              </a:spcBef>
              <a:spcAft>
                <a:spcPts val="0"/>
              </a:spcAft>
              <a:buClr>
                <a:schemeClr val="lt1"/>
              </a:buClr>
              <a:buSzPts val="6000"/>
              <a:buNone/>
              <a:defRPr sz="6000">
                <a:solidFill>
                  <a:schemeClr val="lt1"/>
                </a:solidFill>
              </a:defRPr>
            </a:lvl9pPr>
          </a:lstStyle>
          <a:p>
            <a:endParaRPr/>
          </a:p>
        </p:txBody>
      </p:sp>
      <p:sp>
        <p:nvSpPr>
          <p:cNvPr id="35" name="Google Shape;35;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6"/>
        <p:cNvGrpSpPr/>
        <p:nvPr/>
      </p:nvGrpSpPr>
      <p:grpSpPr>
        <a:xfrm>
          <a:off x="0" y="0"/>
          <a:ext cx="0" cy="0"/>
          <a:chOff x="0" y="0"/>
          <a:chExt cx="0" cy="0"/>
        </a:xfrm>
      </p:grpSpPr>
      <p:sp>
        <p:nvSpPr>
          <p:cNvPr id="37" name="Google Shape;37;p9"/>
          <p:cNvSpPr/>
          <p:nvPr/>
        </p:nvSpPr>
        <p:spPr>
          <a:xfrm>
            <a:off x="4572000" y="-25"/>
            <a:ext cx="4572000" cy="514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38" name="Google Shape;38;p9"/>
          <p:cNvCxnSpPr/>
          <p:nvPr/>
        </p:nvCxnSpPr>
        <p:spPr>
          <a:xfrm>
            <a:off x="5029675" y="4495500"/>
            <a:ext cx="468300" cy="0"/>
          </a:xfrm>
          <a:prstGeom prst="straightConnector1">
            <a:avLst/>
          </a:prstGeom>
          <a:noFill/>
          <a:ln w="28575" cap="flat" cmpd="sng">
            <a:solidFill>
              <a:schemeClr val="lt1"/>
            </a:solidFill>
            <a:prstDash val="solid"/>
            <a:round/>
            <a:headEnd type="none" w="sm" len="sm"/>
            <a:tailEnd type="none" w="sm" len="sm"/>
          </a:ln>
        </p:spPr>
      </p:cxnSp>
      <p:sp>
        <p:nvSpPr>
          <p:cNvPr id="39" name="Google Shape;39;p9"/>
          <p:cNvSpPr txBox="1">
            <a:spLocks noGrp="1"/>
          </p:cNvSpPr>
          <p:nvPr>
            <p:ph type="title"/>
          </p:nvPr>
        </p:nvSpPr>
        <p:spPr>
          <a:xfrm>
            <a:off x="265500" y="1081400"/>
            <a:ext cx="4045200" cy="1710300"/>
          </a:xfrm>
          <a:prstGeom prst="rect">
            <a:avLst/>
          </a:prstGeom>
        </p:spPr>
        <p:txBody>
          <a:bodyPr spcFirstLastPara="1" wrap="square" lIns="91425" tIns="91425" rIns="91425" bIns="91425" anchor="b" anchorCtr="0">
            <a:noAutofit/>
          </a:bodyPr>
          <a:lstStyle>
            <a:lvl1pPr lvl="0" algn="ctr">
              <a:spcBef>
                <a:spcPts val="0"/>
              </a:spcBef>
              <a:spcAft>
                <a:spcPts val="0"/>
              </a:spcAft>
              <a:buSzPts val="5400"/>
              <a:buNone/>
              <a:defRPr sz="5400"/>
            </a:lvl1pPr>
            <a:lvl2pPr lvl="1" algn="ctr">
              <a:spcBef>
                <a:spcPts val="0"/>
              </a:spcBef>
              <a:spcAft>
                <a:spcPts val="0"/>
              </a:spcAft>
              <a:buSzPts val="5400"/>
              <a:buNone/>
              <a:defRPr sz="5400"/>
            </a:lvl2pPr>
            <a:lvl3pPr lvl="2" algn="ctr">
              <a:spcBef>
                <a:spcPts val="0"/>
              </a:spcBef>
              <a:spcAft>
                <a:spcPts val="0"/>
              </a:spcAft>
              <a:buSzPts val="5400"/>
              <a:buNone/>
              <a:defRPr sz="5400"/>
            </a:lvl3pPr>
            <a:lvl4pPr lvl="3" algn="ctr">
              <a:spcBef>
                <a:spcPts val="0"/>
              </a:spcBef>
              <a:spcAft>
                <a:spcPts val="0"/>
              </a:spcAft>
              <a:buSzPts val="5400"/>
              <a:buNone/>
              <a:defRPr sz="5400"/>
            </a:lvl4pPr>
            <a:lvl5pPr lvl="4" algn="ctr">
              <a:spcBef>
                <a:spcPts val="0"/>
              </a:spcBef>
              <a:spcAft>
                <a:spcPts val="0"/>
              </a:spcAft>
              <a:buSzPts val="5400"/>
              <a:buNone/>
              <a:defRPr sz="5400"/>
            </a:lvl5pPr>
            <a:lvl6pPr lvl="5" algn="ctr">
              <a:spcBef>
                <a:spcPts val="0"/>
              </a:spcBef>
              <a:spcAft>
                <a:spcPts val="0"/>
              </a:spcAft>
              <a:buSzPts val="5400"/>
              <a:buNone/>
              <a:defRPr sz="5400"/>
            </a:lvl6pPr>
            <a:lvl7pPr lvl="6" algn="ctr">
              <a:spcBef>
                <a:spcPts val="0"/>
              </a:spcBef>
              <a:spcAft>
                <a:spcPts val="0"/>
              </a:spcAft>
              <a:buSzPts val="5400"/>
              <a:buNone/>
              <a:defRPr sz="5400"/>
            </a:lvl7pPr>
            <a:lvl8pPr lvl="7" algn="ctr">
              <a:spcBef>
                <a:spcPts val="0"/>
              </a:spcBef>
              <a:spcAft>
                <a:spcPts val="0"/>
              </a:spcAft>
              <a:buSzPts val="5400"/>
              <a:buNone/>
              <a:defRPr sz="5400"/>
            </a:lvl8pPr>
            <a:lvl9pPr lvl="8" algn="ctr">
              <a:spcBef>
                <a:spcPts val="0"/>
              </a:spcBef>
              <a:spcAft>
                <a:spcPts val="0"/>
              </a:spcAft>
              <a:buSzPts val="5400"/>
              <a:buNone/>
              <a:defRPr sz="5400"/>
            </a:lvl9pPr>
          </a:lstStyle>
          <a:p>
            <a:endParaRPr/>
          </a:p>
        </p:txBody>
      </p:sp>
      <p:sp>
        <p:nvSpPr>
          <p:cNvPr id="40" name="Google Shape;40;p9"/>
          <p:cNvSpPr txBox="1">
            <a:spLocks noGrp="1"/>
          </p:cNvSpPr>
          <p:nvPr>
            <p:ph type="subTitle" idx="1"/>
          </p:nvPr>
        </p:nvSpPr>
        <p:spPr>
          <a:xfrm>
            <a:off x="265500" y="2845223"/>
            <a:ext cx="4045200" cy="13455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1800"/>
              <a:buNone/>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a:endParaRPr/>
          </a:p>
        </p:txBody>
      </p:sp>
      <p:sp>
        <p:nvSpPr>
          <p:cNvPr id="41" name="Google Shape;41;p9"/>
          <p:cNvSpPr txBox="1">
            <a:spLocks noGrp="1"/>
          </p:cNvSpPr>
          <p:nvPr>
            <p:ph type="body" idx="2"/>
          </p:nvPr>
        </p:nvSpPr>
        <p:spPr>
          <a:xfrm>
            <a:off x="4939500" y="724200"/>
            <a:ext cx="3837000" cy="3695100"/>
          </a:xfrm>
          <a:prstGeom prst="rect">
            <a:avLst/>
          </a:prstGeom>
        </p:spPr>
        <p:txBody>
          <a:bodyPr spcFirstLastPara="1" wrap="square" lIns="91425" tIns="91425" rIns="91425" bIns="91425" anchor="ctr" anchorCtr="0">
            <a:noAutofit/>
          </a:bodyPr>
          <a:lstStyle>
            <a:lvl1pPr marL="457200" lvl="0" indent="-342900">
              <a:spcBef>
                <a:spcPts val="0"/>
              </a:spcBef>
              <a:spcAft>
                <a:spcPts val="0"/>
              </a:spcAft>
              <a:buClr>
                <a:schemeClr val="accent1"/>
              </a:buClr>
              <a:buSzPts val="1800"/>
              <a:buChar char="●"/>
              <a:defRPr>
                <a:solidFill>
                  <a:schemeClr val="accent1"/>
                </a:solidFill>
                <a:highlight>
                  <a:schemeClr val="lt1"/>
                </a:highlight>
              </a:defRPr>
            </a:lvl1pPr>
            <a:lvl2pPr marL="914400" lvl="1" indent="-317500">
              <a:spcBef>
                <a:spcPts val="1600"/>
              </a:spcBef>
              <a:spcAft>
                <a:spcPts val="0"/>
              </a:spcAft>
              <a:buClr>
                <a:schemeClr val="accent1"/>
              </a:buClr>
              <a:buSzPts val="1400"/>
              <a:buChar char="○"/>
              <a:defRPr>
                <a:solidFill>
                  <a:schemeClr val="accent1"/>
                </a:solidFill>
                <a:highlight>
                  <a:schemeClr val="lt1"/>
                </a:highlight>
              </a:defRPr>
            </a:lvl2pPr>
            <a:lvl3pPr marL="1371600" lvl="2" indent="-317500">
              <a:spcBef>
                <a:spcPts val="1600"/>
              </a:spcBef>
              <a:spcAft>
                <a:spcPts val="0"/>
              </a:spcAft>
              <a:buClr>
                <a:schemeClr val="accent1"/>
              </a:buClr>
              <a:buSzPts val="1400"/>
              <a:buChar char="■"/>
              <a:defRPr>
                <a:solidFill>
                  <a:schemeClr val="accent1"/>
                </a:solidFill>
                <a:highlight>
                  <a:schemeClr val="lt1"/>
                </a:highlight>
              </a:defRPr>
            </a:lvl3pPr>
            <a:lvl4pPr marL="1828800" lvl="3" indent="-317500">
              <a:spcBef>
                <a:spcPts val="1600"/>
              </a:spcBef>
              <a:spcAft>
                <a:spcPts val="0"/>
              </a:spcAft>
              <a:buClr>
                <a:schemeClr val="accent1"/>
              </a:buClr>
              <a:buSzPts val="1400"/>
              <a:buChar char="●"/>
              <a:defRPr>
                <a:solidFill>
                  <a:schemeClr val="accent1"/>
                </a:solidFill>
                <a:highlight>
                  <a:schemeClr val="lt1"/>
                </a:highlight>
              </a:defRPr>
            </a:lvl4pPr>
            <a:lvl5pPr marL="2286000" lvl="4" indent="-317500">
              <a:spcBef>
                <a:spcPts val="1600"/>
              </a:spcBef>
              <a:spcAft>
                <a:spcPts val="0"/>
              </a:spcAft>
              <a:buClr>
                <a:schemeClr val="accent1"/>
              </a:buClr>
              <a:buSzPts val="1400"/>
              <a:buChar char="○"/>
              <a:defRPr>
                <a:solidFill>
                  <a:schemeClr val="accent1"/>
                </a:solidFill>
                <a:highlight>
                  <a:schemeClr val="lt1"/>
                </a:highlight>
              </a:defRPr>
            </a:lvl5pPr>
            <a:lvl6pPr marL="2743200" lvl="5" indent="-317500">
              <a:spcBef>
                <a:spcPts val="1600"/>
              </a:spcBef>
              <a:spcAft>
                <a:spcPts val="0"/>
              </a:spcAft>
              <a:buClr>
                <a:schemeClr val="accent1"/>
              </a:buClr>
              <a:buSzPts val="1400"/>
              <a:buChar char="■"/>
              <a:defRPr>
                <a:solidFill>
                  <a:schemeClr val="accent1"/>
                </a:solidFill>
                <a:highlight>
                  <a:schemeClr val="lt1"/>
                </a:highlight>
              </a:defRPr>
            </a:lvl6pPr>
            <a:lvl7pPr marL="3200400" lvl="6" indent="-317500">
              <a:spcBef>
                <a:spcPts val="1600"/>
              </a:spcBef>
              <a:spcAft>
                <a:spcPts val="0"/>
              </a:spcAft>
              <a:buClr>
                <a:schemeClr val="accent1"/>
              </a:buClr>
              <a:buSzPts val="1400"/>
              <a:buChar char="●"/>
              <a:defRPr>
                <a:solidFill>
                  <a:schemeClr val="accent1"/>
                </a:solidFill>
                <a:highlight>
                  <a:schemeClr val="lt1"/>
                </a:highlight>
              </a:defRPr>
            </a:lvl7pPr>
            <a:lvl8pPr marL="3657600" lvl="7" indent="-317500">
              <a:spcBef>
                <a:spcPts val="1600"/>
              </a:spcBef>
              <a:spcAft>
                <a:spcPts val="0"/>
              </a:spcAft>
              <a:buClr>
                <a:schemeClr val="accent1"/>
              </a:buClr>
              <a:buSzPts val="1400"/>
              <a:buChar char="○"/>
              <a:defRPr>
                <a:solidFill>
                  <a:schemeClr val="accent1"/>
                </a:solidFill>
                <a:highlight>
                  <a:schemeClr val="lt1"/>
                </a:highlight>
              </a:defRPr>
            </a:lvl8pPr>
            <a:lvl9pPr marL="4114800" lvl="8" indent="-317500">
              <a:spcBef>
                <a:spcPts val="1600"/>
              </a:spcBef>
              <a:spcAft>
                <a:spcPts val="1600"/>
              </a:spcAft>
              <a:buClr>
                <a:schemeClr val="accent1"/>
              </a:buClr>
              <a:buSzPts val="1400"/>
              <a:buChar char="■"/>
              <a:defRPr>
                <a:solidFill>
                  <a:schemeClr val="accent1"/>
                </a:solidFill>
                <a:highlight>
                  <a:schemeClr val="lt1"/>
                </a:highlight>
              </a:defRPr>
            </a:lvl9pPr>
          </a:lstStyle>
          <a:p>
            <a:endParaRPr/>
          </a:p>
        </p:txBody>
      </p:sp>
      <p:sp>
        <p:nvSpPr>
          <p:cNvPr id="42" name="Google Shape;42;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3"/>
        <p:cNvGrpSpPr/>
        <p:nvPr/>
      </p:nvGrpSpPr>
      <p:grpSpPr>
        <a:xfrm>
          <a:off x="0" y="0"/>
          <a:ext cx="0" cy="0"/>
          <a:chOff x="0" y="0"/>
          <a:chExt cx="0" cy="0"/>
        </a:xfrm>
      </p:grpSpPr>
      <p:sp>
        <p:nvSpPr>
          <p:cNvPr id="44" name="Google Shape;44;p10"/>
          <p:cNvSpPr txBox="1">
            <a:spLocks noGrp="1"/>
          </p:cNvSpPr>
          <p:nvPr>
            <p:ph type="body" idx="1"/>
          </p:nvPr>
        </p:nvSpPr>
        <p:spPr>
          <a:xfrm>
            <a:off x="319500" y="4230575"/>
            <a:ext cx="5998800" cy="598800"/>
          </a:xfrm>
          <a:prstGeom prst="rect">
            <a:avLst/>
          </a:prstGeom>
        </p:spPr>
        <p:txBody>
          <a:bodyPr spcFirstLastPara="1" wrap="square" lIns="91425" tIns="91425" rIns="91425" bIns="91425" anchor="ctr" anchorCtr="0">
            <a:noAutofit/>
          </a:bodyPr>
          <a:lstStyle>
            <a:lvl1pPr marL="457200" lvl="0" indent="-228600">
              <a:lnSpc>
                <a:spcPct val="100000"/>
              </a:lnSpc>
              <a:spcBef>
                <a:spcPts val="0"/>
              </a:spcBef>
              <a:spcAft>
                <a:spcPts val="0"/>
              </a:spcAft>
              <a:buClr>
                <a:schemeClr val="accent1"/>
              </a:buClr>
              <a:buSzPts val="2400"/>
              <a:buFont typeface="Amatic SC"/>
              <a:buNone/>
              <a:defRPr sz="2400" b="1">
                <a:solidFill>
                  <a:schemeClr val="accent1"/>
                </a:solidFill>
                <a:latin typeface="Amatic SC"/>
                <a:ea typeface="Amatic SC"/>
                <a:cs typeface="Amatic SC"/>
                <a:sym typeface="Amatic SC"/>
              </a:defRPr>
            </a:lvl1pPr>
          </a:lstStyle>
          <a:p>
            <a:endParaRPr/>
          </a:p>
        </p:txBody>
      </p:sp>
      <p:sp>
        <p:nvSpPr>
          <p:cNvPr id="45" name="Google Shape;45;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6"/>
        <p:cNvGrpSpPr/>
        <p:nvPr/>
      </p:nvGrpSpPr>
      <p:grpSpPr>
        <a:xfrm>
          <a:off x="0" y="0"/>
          <a:ext cx="0" cy="0"/>
          <a:chOff x="0" y="0"/>
          <a:chExt cx="0" cy="0"/>
        </a:xfrm>
      </p:grpSpPr>
      <p:sp>
        <p:nvSpPr>
          <p:cNvPr id="47" name="Google Shape;47;p11"/>
          <p:cNvSpPr txBox="1">
            <a:spLocks noGrp="1"/>
          </p:cNvSpPr>
          <p:nvPr>
            <p:ph type="title" hasCustomPrompt="1"/>
          </p:nvPr>
        </p:nvSpPr>
        <p:spPr>
          <a:xfrm>
            <a:off x="311700" y="1240275"/>
            <a:ext cx="8520600" cy="1981800"/>
          </a:xfrm>
          <a:prstGeom prst="rect">
            <a:avLst/>
          </a:prstGeom>
        </p:spPr>
        <p:txBody>
          <a:bodyPr spcFirstLastPara="1" wrap="square" lIns="91425" tIns="91425" rIns="91425" bIns="91425" anchor="b" anchorCtr="0">
            <a:noAutofit/>
          </a:bodyPr>
          <a:lstStyle>
            <a:lvl1pPr lvl="0" algn="ctr">
              <a:spcBef>
                <a:spcPts val="0"/>
              </a:spcBef>
              <a:spcAft>
                <a:spcPts val="0"/>
              </a:spcAft>
              <a:buClr>
                <a:schemeClr val="lt1"/>
              </a:buClr>
              <a:buSzPts val="12000"/>
              <a:buNone/>
              <a:defRPr sz="12000">
                <a:solidFill>
                  <a:schemeClr val="lt1"/>
                </a:solidFill>
                <a:highlight>
                  <a:schemeClr val="accent1"/>
                </a:highlight>
              </a:defRPr>
            </a:lvl1pPr>
            <a:lvl2pPr lvl="1" algn="ctr">
              <a:spcBef>
                <a:spcPts val="0"/>
              </a:spcBef>
              <a:spcAft>
                <a:spcPts val="0"/>
              </a:spcAft>
              <a:buClr>
                <a:schemeClr val="lt1"/>
              </a:buClr>
              <a:buSzPts val="12000"/>
              <a:buNone/>
              <a:defRPr sz="12000">
                <a:solidFill>
                  <a:schemeClr val="lt1"/>
                </a:solidFill>
                <a:highlight>
                  <a:schemeClr val="accent1"/>
                </a:highlight>
              </a:defRPr>
            </a:lvl2pPr>
            <a:lvl3pPr lvl="2" algn="ctr">
              <a:spcBef>
                <a:spcPts val="0"/>
              </a:spcBef>
              <a:spcAft>
                <a:spcPts val="0"/>
              </a:spcAft>
              <a:buClr>
                <a:schemeClr val="lt1"/>
              </a:buClr>
              <a:buSzPts val="12000"/>
              <a:buNone/>
              <a:defRPr sz="12000">
                <a:solidFill>
                  <a:schemeClr val="lt1"/>
                </a:solidFill>
                <a:highlight>
                  <a:schemeClr val="accent1"/>
                </a:highlight>
              </a:defRPr>
            </a:lvl3pPr>
            <a:lvl4pPr lvl="3" algn="ctr">
              <a:spcBef>
                <a:spcPts val="0"/>
              </a:spcBef>
              <a:spcAft>
                <a:spcPts val="0"/>
              </a:spcAft>
              <a:buClr>
                <a:schemeClr val="lt1"/>
              </a:buClr>
              <a:buSzPts val="12000"/>
              <a:buNone/>
              <a:defRPr sz="12000">
                <a:solidFill>
                  <a:schemeClr val="lt1"/>
                </a:solidFill>
                <a:highlight>
                  <a:schemeClr val="accent1"/>
                </a:highlight>
              </a:defRPr>
            </a:lvl4pPr>
            <a:lvl5pPr lvl="4" algn="ctr">
              <a:spcBef>
                <a:spcPts val="0"/>
              </a:spcBef>
              <a:spcAft>
                <a:spcPts val="0"/>
              </a:spcAft>
              <a:buClr>
                <a:schemeClr val="lt1"/>
              </a:buClr>
              <a:buSzPts val="12000"/>
              <a:buNone/>
              <a:defRPr sz="12000">
                <a:solidFill>
                  <a:schemeClr val="lt1"/>
                </a:solidFill>
                <a:highlight>
                  <a:schemeClr val="accent1"/>
                </a:highlight>
              </a:defRPr>
            </a:lvl5pPr>
            <a:lvl6pPr lvl="5" algn="ctr">
              <a:spcBef>
                <a:spcPts val="0"/>
              </a:spcBef>
              <a:spcAft>
                <a:spcPts val="0"/>
              </a:spcAft>
              <a:buClr>
                <a:schemeClr val="lt1"/>
              </a:buClr>
              <a:buSzPts val="12000"/>
              <a:buNone/>
              <a:defRPr sz="12000">
                <a:solidFill>
                  <a:schemeClr val="lt1"/>
                </a:solidFill>
                <a:highlight>
                  <a:schemeClr val="accent1"/>
                </a:highlight>
              </a:defRPr>
            </a:lvl6pPr>
            <a:lvl7pPr lvl="6" algn="ctr">
              <a:spcBef>
                <a:spcPts val="0"/>
              </a:spcBef>
              <a:spcAft>
                <a:spcPts val="0"/>
              </a:spcAft>
              <a:buClr>
                <a:schemeClr val="lt1"/>
              </a:buClr>
              <a:buSzPts val="12000"/>
              <a:buNone/>
              <a:defRPr sz="12000">
                <a:solidFill>
                  <a:schemeClr val="lt1"/>
                </a:solidFill>
                <a:highlight>
                  <a:schemeClr val="accent1"/>
                </a:highlight>
              </a:defRPr>
            </a:lvl7pPr>
            <a:lvl8pPr lvl="7" algn="ctr">
              <a:spcBef>
                <a:spcPts val="0"/>
              </a:spcBef>
              <a:spcAft>
                <a:spcPts val="0"/>
              </a:spcAft>
              <a:buClr>
                <a:schemeClr val="lt1"/>
              </a:buClr>
              <a:buSzPts val="12000"/>
              <a:buNone/>
              <a:defRPr sz="12000">
                <a:solidFill>
                  <a:schemeClr val="lt1"/>
                </a:solidFill>
                <a:highlight>
                  <a:schemeClr val="accent1"/>
                </a:highlight>
              </a:defRPr>
            </a:lvl8pPr>
            <a:lvl9pPr lvl="8" algn="ctr">
              <a:spcBef>
                <a:spcPts val="0"/>
              </a:spcBef>
              <a:spcAft>
                <a:spcPts val="0"/>
              </a:spcAft>
              <a:buClr>
                <a:schemeClr val="lt1"/>
              </a:buClr>
              <a:buSzPts val="12000"/>
              <a:buNone/>
              <a:defRPr sz="12000">
                <a:solidFill>
                  <a:schemeClr val="lt1"/>
                </a:solidFill>
                <a:highlight>
                  <a:schemeClr val="accent1"/>
                </a:highlight>
              </a:defRPr>
            </a:lvl9pPr>
          </a:lstStyle>
          <a:p>
            <a:r>
              <a:t>xx%</a:t>
            </a:r>
          </a:p>
        </p:txBody>
      </p:sp>
      <p:sp>
        <p:nvSpPr>
          <p:cNvPr id="48" name="Google Shape;48;p11"/>
          <p:cNvSpPr txBox="1">
            <a:spLocks noGrp="1"/>
          </p:cNvSpPr>
          <p:nvPr>
            <p:ph type="body" idx="1"/>
          </p:nvPr>
        </p:nvSpPr>
        <p:spPr>
          <a:xfrm>
            <a:off x="311700" y="3304625"/>
            <a:ext cx="8520600" cy="1300800"/>
          </a:xfrm>
          <a:prstGeom prst="rect">
            <a:avLst/>
          </a:prstGeom>
        </p:spPr>
        <p:txBody>
          <a:bodyPr spcFirstLastPara="1" wrap="square" lIns="91425" tIns="91425" rIns="91425" bIns="91425" anchor="t" anchorCtr="0">
            <a:noAutofit/>
          </a:bodyPr>
          <a:lstStyle>
            <a:lvl1pPr marL="457200" lvl="0" indent="-342900" algn="ctr">
              <a:spcBef>
                <a:spcPts val="0"/>
              </a:spcBef>
              <a:spcAft>
                <a:spcPts val="0"/>
              </a:spcAft>
              <a:buClr>
                <a:schemeClr val="accent1"/>
              </a:buClr>
              <a:buSzPts val="1800"/>
              <a:buChar char="●"/>
              <a:defRPr>
                <a:solidFill>
                  <a:schemeClr val="accent1"/>
                </a:solidFill>
                <a:highlight>
                  <a:schemeClr val="dk1"/>
                </a:highlight>
              </a:defRPr>
            </a:lvl1pPr>
            <a:lvl2pPr marL="914400" lvl="1" indent="-317500" algn="ctr">
              <a:spcBef>
                <a:spcPts val="1600"/>
              </a:spcBef>
              <a:spcAft>
                <a:spcPts val="0"/>
              </a:spcAft>
              <a:buClr>
                <a:schemeClr val="accent1"/>
              </a:buClr>
              <a:buSzPts val="1400"/>
              <a:buChar char="○"/>
              <a:defRPr>
                <a:solidFill>
                  <a:schemeClr val="accent1"/>
                </a:solidFill>
                <a:highlight>
                  <a:schemeClr val="dk1"/>
                </a:highlight>
              </a:defRPr>
            </a:lvl2pPr>
            <a:lvl3pPr marL="1371600" lvl="2" indent="-317500" algn="ctr">
              <a:spcBef>
                <a:spcPts val="1600"/>
              </a:spcBef>
              <a:spcAft>
                <a:spcPts val="0"/>
              </a:spcAft>
              <a:buClr>
                <a:schemeClr val="accent1"/>
              </a:buClr>
              <a:buSzPts val="1400"/>
              <a:buChar char="■"/>
              <a:defRPr>
                <a:solidFill>
                  <a:schemeClr val="accent1"/>
                </a:solidFill>
                <a:highlight>
                  <a:schemeClr val="dk1"/>
                </a:highlight>
              </a:defRPr>
            </a:lvl3pPr>
            <a:lvl4pPr marL="1828800" lvl="3" indent="-317500" algn="ctr">
              <a:spcBef>
                <a:spcPts val="1600"/>
              </a:spcBef>
              <a:spcAft>
                <a:spcPts val="0"/>
              </a:spcAft>
              <a:buClr>
                <a:schemeClr val="accent1"/>
              </a:buClr>
              <a:buSzPts val="1400"/>
              <a:buChar char="●"/>
              <a:defRPr>
                <a:solidFill>
                  <a:schemeClr val="accent1"/>
                </a:solidFill>
                <a:highlight>
                  <a:schemeClr val="dk1"/>
                </a:highlight>
              </a:defRPr>
            </a:lvl4pPr>
            <a:lvl5pPr marL="2286000" lvl="4" indent="-317500" algn="ctr">
              <a:spcBef>
                <a:spcPts val="1600"/>
              </a:spcBef>
              <a:spcAft>
                <a:spcPts val="0"/>
              </a:spcAft>
              <a:buClr>
                <a:schemeClr val="accent1"/>
              </a:buClr>
              <a:buSzPts val="1400"/>
              <a:buChar char="○"/>
              <a:defRPr>
                <a:solidFill>
                  <a:schemeClr val="accent1"/>
                </a:solidFill>
                <a:highlight>
                  <a:schemeClr val="dk1"/>
                </a:highlight>
              </a:defRPr>
            </a:lvl5pPr>
            <a:lvl6pPr marL="2743200" lvl="5" indent="-317500" algn="ctr">
              <a:spcBef>
                <a:spcPts val="1600"/>
              </a:spcBef>
              <a:spcAft>
                <a:spcPts val="0"/>
              </a:spcAft>
              <a:buClr>
                <a:schemeClr val="accent1"/>
              </a:buClr>
              <a:buSzPts val="1400"/>
              <a:buChar char="■"/>
              <a:defRPr>
                <a:solidFill>
                  <a:schemeClr val="accent1"/>
                </a:solidFill>
                <a:highlight>
                  <a:schemeClr val="dk1"/>
                </a:highlight>
              </a:defRPr>
            </a:lvl6pPr>
            <a:lvl7pPr marL="3200400" lvl="6" indent="-317500" algn="ctr">
              <a:spcBef>
                <a:spcPts val="1600"/>
              </a:spcBef>
              <a:spcAft>
                <a:spcPts val="0"/>
              </a:spcAft>
              <a:buClr>
                <a:schemeClr val="accent1"/>
              </a:buClr>
              <a:buSzPts val="1400"/>
              <a:buChar char="●"/>
              <a:defRPr>
                <a:solidFill>
                  <a:schemeClr val="accent1"/>
                </a:solidFill>
                <a:highlight>
                  <a:schemeClr val="dk1"/>
                </a:highlight>
              </a:defRPr>
            </a:lvl7pPr>
            <a:lvl8pPr marL="3657600" lvl="7" indent="-317500" algn="ctr">
              <a:spcBef>
                <a:spcPts val="1600"/>
              </a:spcBef>
              <a:spcAft>
                <a:spcPts val="0"/>
              </a:spcAft>
              <a:buClr>
                <a:schemeClr val="accent1"/>
              </a:buClr>
              <a:buSzPts val="1400"/>
              <a:buChar char="○"/>
              <a:defRPr>
                <a:solidFill>
                  <a:schemeClr val="accent1"/>
                </a:solidFill>
                <a:highlight>
                  <a:schemeClr val="dk1"/>
                </a:highlight>
              </a:defRPr>
            </a:lvl8pPr>
            <a:lvl9pPr marL="4114800" lvl="8" indent="-317500" algn="ctr">
              <a:spcBef>
                <a:spcPts val="1600"/>
              </a:spcBef>
              <a:spcAft>
                <a:spcPts val="1600"/>
              </a:spcAft>
              <a:buClr>
                <a:schemeClr val="accent1"/>
              </a:buClr>
              <a:buSzPts val="1400"/>
              <a:buChar char="■"/>
              <a:defRPr>
                <a:solidFill>
                  <a:schemeClr val="accent1"/>
                </a:solidFill>
                <a:highlight>
                  <a:schemeClr val="dk1"/>
                </a:highlight>
              </a:defRPr>
            </a:lvl9pPr>
          </a:lstStyle>
          <a:p>
            <a:endParaRPr/>
          </a:p>
        </p:txBody>
      </p:sp>
      <p:sp>
        <p:nvSpPr>
          <p:cNvPr id="49" name="Google Shape;49;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dk1"/>
        </a:solidFill>
        <a:effectLst/>
      </p:bgPr>
    </p:bg>
    <p:spTree>
      <p:nvGrpSpPr>
        <p:cNvPr id="1" name="Shape 56"/>
        <p:cNvGrpSpPr/>
        <p:nvPr/>
      </p:nvGrpSpPr>
      <p:grpSpPr>
        <a:xfrm>
          <a:off x="0" y="0"/>
          <a:ext cx="0" cy="0"/>
          <a:chOff x="0" y="0"/>
          <a:chExt cx="0" cy="0"/>
        </a:xfrm>
      </p:grpSpPr>
      <p:sp>
        <p:nvSpPr>
          <p:cNvPr id="57" name="Google Shape;57;p14"/>
          <p:cNvSpPr/>
          <p:nvPr/>
        </p:nvSpPr>
        <p:spPr>
          <a:xfrm>
            <a:off x="0" y="100"/>
            <a:ext cx="9144000" cy="1711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58" name="Google Shape;58;p14"/>
          <p:cNvCxnSpPr/>
          <p:nvPr/>
        </p:nvCxnSpPr>
        <p:spPr>
          <a:xfrm>
            <a:off x="641934" y="3597500"/>
            <a:ext cx="390300" cy="0"/>
          </a:xfrm>
          <a:prstGeom prst="straightConnector1">
            <a:avLst/>
          </a:prstGeom>
          <a:noFill/>
          <a:ln w="28575" cap="flat" cmpd="sng">
            <a:solidFill>
              <a:schemeClr val="accent1"/>
            </a:solidFill>
            <a:prstDash val="solid"/>
            <a:round/>
            <a:headEnd type="none" w="sm" len="sm"/>
            <a:tailEnd type="none" w="sm" len="sm"/>
          </a:ln>
        </p:spPr>
      </p:cxnSp>
      <p:sp>
        <p:nvSpPr>
          <p:cNvPr id="59" name="Google Shape;59;p14"/>
          <p:cNvSpPr txBox="1">
            <a:spLocks noGrp="1"/>
          </p:cNvSpPr>
          <p:nvPr>
            <p:ph type="ctrTitle"/>
          </p:nvPr>
        </p:nvSpPr>
        <p:spPr>
          <a:xfrm>
            <a:off x="512700" y="1893300"/>
            <a:ext cx="8118600" cy="1522800"/>
          </a:xfrm>
          <a:prstGeom prst="rect">
            <a:avLst/>
          </a:prstGeom>
        </p:spPr>
        <p:txBody>
          <a:bodyPr spcFirstLastPara="1" wrap="square" lIns="91425" tIns="91425" rIns="91425" bIns="91425" anchor="b" anchorCtr="0">
            <a:noAutofit/>
          </a:bodyPr>
          <a:lstStyle>
            <a:lvl1pPr lvl="0" rtl="0">
              <a:spcBef>
                <a:spcPts val="0"/>
              </a:spcBef>
              <a:spcAft>
                <a:spcPts val="0"/>
              </a:spcAft>
              <a:buClr>
                <a:schemeClr val="accent1"/>
              </a:buClr>
              <a:buSzPts val="4200"/>
              <a:buNone/>
              <a:defRPr sz="4200">
                <a:solidFill>
                  <a:schemeClr val="accent1"/>
                </a:solidFill>
              </a:defRPr>
            </a:lvl1pPr>
            <a:lvl2pPr lvl="1" rtl="0">
              <a:spcBef>
                <a:spcPts val="0"/>
              </a:spcBef>
              <a:spcAft>
                <a:spcPts val="0"/>
              </a:spcAft>
              <a:buClr>
                <a:schemeClr val="accent1"/>
              </a:buClr>
              <a:buSzPts val="4200"/>
              <a:buNone/>
              <a:defRPr sz="4200">
                <a:solidFill>
                  <a:schemeClr val="accent1"/>
                </a:solidFill>
              </a:defRPr>
            </a:lvl2pPr>
            <a:lvl3pPr lvl="2" rtl="0">
              <a:spcBef>
                <a:spcPts val="0"/>
              </a:spcBef>
              <a:spcAft>
                <a:spcPts val="0"/>
              </a:spcAft>
              <a:buClr>
                <a:schemeClr val="accent1"/>
              </a:buClr>
              <a:buSzPts val="4200"/>
              <a:buNone/>
              <a:defRPr sz="4200">
                <a:solidFill>
                  <a:schemeClr val="accent1"/>
                </a:solidFill>
              </a:defRPr>
            </a:lvl3pPr>
            <a:lvl4pPr lvl="3" rtl="0">
              <a:spcBef>
                <a:spcPts val="0"/>
              </a:spcBef>
              <a:spcAft>
                <a:spcPts val="0"/>
              </a:spcAft>
              <a:buClr>
                <a:schemeClr val="accent1"/>
              </a:buClr>
              <a:buSzPts val="4200"/>
              <a:buNone/>
              <a:defRPr sz="4200">
                <a:solidFill>
                  <a:schemeClr val="accent1"/>
                </a:solidFill>
              </a:defRPr>
            </a:lvl4pPr>
            <a:lvl5pPr lvl="4" rtl="0">
              <a:spcBef>
                <a:spcPts val="0"/>
              </a:spcBef>
              <a:spcAft>
                <a:spcPts val="0"/>
              </a:spcAft>
              <a:buClr>
                <a:schemeClr val="accent1"/>
              </a:buClr>
              <a:buSzPts val="4200"/>
              <a:buNone/>
              <a:defRPr sz="4200">
                <a:solidFill>
                  <a:schemeClr val="accent1"/>
                </a:solidFill>
              </a:defRPr>
            </a:lvl5pPr>
            <a:lvl6pPr lvl="5" rtl="0">
              <a:spcBef>
                <a:spcPts val="0"/>
              </a:spcBef>
              <a:spcAft>
                <a:spcPts val="0"/>
              </a:spcAft>
              <a:buClr>
                <a:schemeClr val="accent1"/>
              </a:buClr>
              <a:buSzPts val="4200"/>
              <a:buNone/>
              <a:defRPr sz="4200">
                <a:solidFill>
                  <a:schemeClr val="accent1"/>
                </a:solidFill>
              </a:defRPr>
            </a:lvl6pPr>
            <a:lvl7pPr lvl="6" rtl="0">
              <a:spcBef>
                <a:spcPts val="0"/>
              </a:spcBef>
              <a:spcAft>
                <a:spcPts val="0"/>
              </a:spcAft>
              <a:buClr>
                <a:schemeClr val="accent1"/>
              </a:buClr>
              <a:buSzPts val="4200"/>
              <a:buNone/>
              <a:defRPr sz="4200">
                <a:solidFill>
                  <a:schemeClr val="accent1"/>
                </a:solidFill>
              </a:defRPr>
            </a:lvl7pPr>
            <a:lvl8pPr lvl="7" rtl="0">
              <a:spcBef>
                <a:spcPts val="0"/>
              </a:spcBef>
              <a:spcAft>
                <a:spcPts val="0"/>
              </a:spcAft>
              <a:buClr>
                <a:schemeClr val="accent1"/>
              </a:buClr>
              <a:buSzPts val="4200"/>
              <a:buNone/>
              <a:defRPr sz="4200">
                <a:solidFill>
                  <a:schemeClr val="accent1"/>
                </a:solidFill>
              </a:defRPr>
            </a:lvl8pPr>
            <a:lvl9pPr lvl="8" rtl="0">
              <a:spcBef>
                <a:spcPts val="0"/>
              </a:spcBef>
              <a:spcAft>
                <a:spcPts val="0"/>
              </a:spcAft>
              <a:buClr>
                <a:schemeClr val="accent1"/>
              </a:buClr>
              <a:buSzPts val="4200"/>
              <a:buNone/>
              <a:defRPr sz="4200">
                <a:solidFill>
                  <a:schemeClr val="accent1"/>
                </a:solidFill>
              </a:defRPr>
            </a:lvl9pPr>
          </a:lstStyle>
          <a:p>
            <a:endParaRPr/>
          </a:p>
        </p:txBody>
      </p:sp>
      <p:sp>
        <p:nvSpPr>
          <p:cNvPr id="60" name="Google Shape;60;p14"/>
          <p:cNvSpPr txBox="1">
            <a:spLocks noGrp="1"/>
          </p:cNvSpPr>
          <p:nvPr>
            <p:ph type="subTitle" idx="1"/>
          </p:nvPr>
        </p:nvSpPr>
        <p:spPr>
          <a:xfrm>
            <a:off x="512700" y="3840639"/>
            <a:ext cx="8118600" cy="7875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accent2"/>
              </a:buClr>
              <a:buSzPts val="2400"/>
              <a:buNone/>
              <a:defRPr sz="2400">
                <a:solidFill>
                  <a:schemeClr val="accent2"/>
                </a:solidFill>
              </a:defRPr>
            </a:lvl1pPr>
            <a:lvl2pPr lvl="1" rtl="0">
              <a:lnSpc>
                <a:spcPct val="100000"/>
              </a:lnSpc>
              <a:spcBef>
                <a:spcPts val="0"/>
              </a:spcBef>
              <a:spcAft>
                <a:spcPts val="0"/>
              </a:spcAft>
              <a:buClr>
                <a:schemeClr val="accent2"/>
              </a:buClr>
              <a:buSzPts val="2400"/>
              <a:buNone/>
              <a:defRPr sz="2400">
                <a:solidFill>
                  <a:schemeClr val="accent2"/>
                </a:solidFill>
              </a:defRPr>
            </a:lvl2pPr>
            <a:lvl3pPr lvl="2" rtl="0">
              <a:lnSpc>
                <a:spcPct val="100000"/>
              </a:lnSpc>
              <a:spcBef>
                <a:spcPts val="0"/>
              </a:spcBef>
              <a:spcAft>
                <a:spcPts val="0"/>
              </a:spcAft>
              <a:buClr>
                <a:schemeClr val="accent2"/>
              </a:buClr>
              <a:buSzPts val="2400"/>
              <a:buNone/>
              <a:defRPr sz="2400">
                <a:solidFill>
                  <a:schemeClr val="accent2"/>
                </a:solidFill>
              </a:defRPr>
            </a:lvl3pPr>
            <a:lvl4pPr lvl="3" rtl="0">
              <a:lnSpc>
                <a:spcPct val="100000"/>
              </a:lnSpc>
              <a:spcBef>
                <a:spcPts val="0"/>
              </a:spcBef>
              <a:spcAft>
                <a:spcPts val="0"/>
              </a:spcAft>
              <a:buClr>
                <a:schemeClr val="accent2"/>
              </a:buClr>
              <a:buSzPts val="2400"/>
              <a:buNone/>
              <a:defRPr sz="2400">
                <a:solidFill>
                  <a:schemeClr val="accent2"/>
                </a:solidFill>
              </a:defRPr>
            </a:lvl4pPr>
            <a:lvl5pPr lvl="4" rtl="0">
              <a:lnSpc>
                <a:spcPct val="100000"/>
              </a:lnSpc>
              <a:spcBef>
                <a:spcPts val="0"/>
              </a:spcBef>
              <a:spcAft>
                <a:spcPts val="0"/>
              </a:spcAft>
              <a:buClr>
                <a:schemeClr val="accent2"/>
              </a:buClr>
              <a:buSzPts val="2400"/>
              <a:buNone/>
              <a:defRPr sz="2400">
                <a:solidFill>
                  <a:schemeClr val="accent2"/>
                </a:solidFill>
              </a:defRPr>
            </a:lvl5pPr>
            <a:lvl6pPr lvl="5" rtl="0">
              <a:lnSpc>
                <a:spcPct val="100000"/>
              </a:lnSpc>
              <a:spcBef>
                <a:spcPts val="0"/>
              </a:spcBef>
              <a:spcAft>
                <a:spcPts val="0"/>
              </a:spcAft>
              <a:buClr>
                <a:schemeClr val="accent2"/>
              </a:buClr>
              <a:buSzPts val="2400"/>
              <a:buNone/>
              <a:defRPr sz="2400">
                <a:solidFill>
                  <a:schemeClr val="accent2"/>
                </a:solidFill>
              </a:defRPr>
            </a:lvl6pPr>
            <a:lvl7pPr lvl="6" rtl="0">
              <a:lnSpc>
                <a:spcPct val="100000"/>
              </a:lnSpc>
              <a:spcBef>
                <a:spcPts val="0"/>
              </a:spcBef>
              <a:spcAft>
                <a:spcPts val="0"/>
              </a:spcAft>
              <a:buClr>
                <a:schemeClr val="accent2"/>
              </a:buClr>
              <a:buSzPts val="2400"/>
              <a:buNone/>
              <a:defRPr sz="2400">
                <a:solidFill>
                  <a:schemeClr val="accent2"/>
                </a:solidFill>
              </a:defRPr>
            </a:lvl7pPr>
            <a:lvl8pPr lvl="7" rtl="0">
              <a:lnSpc>
                <a:spcPct val="100000"/>
              </a:lnSpc>
              <a:spcBef>
                <a:spcPts val="0"/>
              </a:spcBef>
              <a:spcAft>
                <a:spcPts val="0"/>
              </a:spcAft>
              <a:buClr>
                <a:schemeClr val="accent2"/>
              </a:buClr>
              <a:buSzPts val="2400"/>
              <a:buNone/>
              <a:defRPr sz="2400">
                <a:solidFill>
                  <a:schemeClr val="accent2"/>
                </a:solidFill>
              </a:defRPr>
            </a:lvl8pPr>
            <a:lvl9pPr lvl="8" rtl="0">
              <a:lnSpc>
                <a:spcPct val="100000"/>
              </a:lnSpc>
              <a:spcBef>
                <a:spcPts val="0"/>
              </a:spcBef>
              <a:spcAft>
                <a:spcPts val="0"/>
              </a:spcAft>
              <a:buClr>
                <a:schemeClr val="accent2"/>
              </a:buClr>
              <a:buSzPts val="2400"/>
              <a:buNone/>
              <a:defRPr sz="2400">
                <a:solidFill>
                  <a:schemeClr val="accent2"/>
                </a:solidFill>
              </a:defRPr>
            </a:lvl9pPr>
          </a:lstStyle>
          <a:p>
            <a:endParaRPr/>
          </a:p>
        </p:txBody>
      </p:sp>
      <p:sp>
        <p:nvSpPr>
          <p:cNvPr id="61" name="Google Shape;61;p1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solidFill>
                  <a:schemeClr val="accent1"/>
                </a:solidFill>
              </a:defRPr>
            </a:lvl1pPr>
            <a:lvl2pPr lvl="1" rtl="0">
              <a:buNone/>
              <a:defRPr>
                <a:solidFill>
                  <a:schemeClr val="accent1"/>
                </a:solidFill>
              </a:defRPr>
            </a:lvl2pPr>
            <a:lvl3pPr lvl="2" rtl="0">
              <a:buNone/>
              <a:defRPr>
                <a:solidFill>
                  <a:schemeClr val="accent1"/>
                </a:solidFill>
              </a:defRPr>
            </a:lvl3pPr>
            <a:lvl4pPr lvl="3" rtl="0">
              <a:buNone/>
              <a:defRPr>
                <a:solidFill>
                  <a:schemeClr val="accent1"/>
                </a:solidFill>
              </a:defRPr>
            </a:lvl4pPr>
            <a:lvl5pPr lvl="4" rtl="0">
              <a:buNone/>
              <a:defRPr>
                <a:solidFill>
                  <a:schemeClr val="accent1"/>
                </a:solidFill>
              </a:defRPr>
            </a:lvl5pPr>
            <a:lvl6pPr lvl="5" rtl="0">
              <a:buNone/>
              <a:defRPr>
                <a:solidFill>
                  <a:schemeClr val="accent1"/>
                </a:solidFill>
              </a:defRPr>
            </a:lvl6pPr>
            <a:lvl7pPr lvl="6" rtl="0">
              <a:buNone/>
              <a:defRPr>
                <a:solidFill>
                  <a:schemeClr val="accent1"/>
                </a:solidFill>
              </a:defRPr>
            </a:lvl7pPr>
            <a:lvl8pPr lvl="7" rtl="0">
              <a:buNone/>
              <a:defRPr>
                <a:solidFill>
                  <a:schemeClr val="accent1"/>
                </a:solidFill>
              </a:defRPr>
            </a:lvl8pPr>
            <a:lvl9pPr lvl="8" rtl="0">
              <a:buNone/>
              <a:defRPr>
                <a:solidFill>
                  <a:schemeClr val="accen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chemeClr val="dk1"/>
        </a:solidFill>
        <a:effectLst/>
      </p:bgPr>
    </p:bg>
    <p:spTree>
      <p:nvGrpSpPr>
        <p:cNvPr id="1" name="Shape 62"/>
        <p:cNvGrpSpPr/>
        <p:nvPr/>
      </p:nvGrpSpPr>
      <p:grpSpPr>
        <a:xfrm>
          <a:off x="0" y="0"/>
          <a:ext cx="0" cy="0"/>
          <a:chOff x="0" y="0"/>
          <a:chExt cx="0" cy="0"/>
        </a:xfrm>
      </p:grpSpPr>
      <p:cxnSp>
        <p:nvCxnSpPr>
          <p:cNvPr id="63" name="Google Shape;63;p15"/>
          <p:cNvCxnSpPr/>
          <p:nvPr/>
        </p:nvCxnSpPr>
        <p:spPr>
          <a:xfrm>
            <a:off x="641934" y="3597500"/>
            <a:ext cx="390300" cy="0"/>
          </a:xfrm>
          <a:prstGeom prst="straightConnector1">
            <a:avLst/>
          </a:prstGeom>
          <a:noFill/>
          <a:ln w="28575" cap="flat" cmpd="sng">
            <a:solidFill>
              <a:schemeClr val="lt2"/>
            </a:solidFill>
            <a:prstDash val="solid"/>
            <a:round/>
            <a:headEnd type="none" w="sm" len="sm"/>
            <a:tailEnd type="none" w="sm" len="sm"/>
          </a:ln>
        </p:spPr>
      </p:cxnSp>
      <p:sp>
        <p:nvSpPr>
          <p:cNvPr id="64" name="Google Shape;64;p15"/>
          <p:cNvSpPr txBox="1">
            <a:spLocks noGrp="1"/>
          </p:cNvSpPr>
          <p:nvPr>
            <p:ph type="title"/>
          </p:nvPr>
        </p:nvSpPr>
        <p:spPr>
          <a:xfrm>
            <a:off x="512700" y="1893300"/>
            <a:ext cx="8118600" cy="1522800"/>
          </a:xfrm>
          <a:prstGeom prst="rect">
            <a:avLst/>
          </a:prstGeom>
        </p:spPr>
        <p:txBody>
          <a:bodyPr spcFirstLastPara="1" wrap="square" lIns="91425" tIns="91425" rIns="91425" bIns="91425" anchor="b" anchorCtr="0">
            <a:noAutofit/>
          </a:bodyPr>
          <a:lstStyle>
            <a:lvl1pPr lvl="0" rtl="0">
              <a:spcBef>
                <a:spcPts val="0"/>
              </a:spcBef>
              <a:spcAft>
                <a:spcPts val="0"/>
              </a:spcAft>
              <a:buClr>
                <a:schemeClr val="accent1"/>
              </a:buClr>
              <a:buSzPts val="6000"/>
              <a:buNone/>
              <a:defRPr sz="6000">
                <a:solidFill>
                  <a:schemeClr val="accent1"/>
                </a:solidFill>
              </a:defRPr>
            </a:lvl1pPr>
            <a:lvl2pPr lvl="1" rtl="0">
              <a:spcBef>
                <a:spcPts val="0"/>
              </a:spcBef>
              <a:spcAft>
                <a:spcPts val="0"/>
              </a:spcAft>
              <a:buClr>
                <a:schemeClr val="accent1"/>
              </a:buClr>
              <a:buSzPts val="6000"/>
              <a:buNone/>
              <a:defRPr sz="6000">
                <a:solidFill>
                  <a:schemeClr val="accent1"/>
                </a:solidFill>
              </a:defRPr>
            </a:lvl2pPr>
            <a:lvl3pPr lvl="2" rtl="0">
              <a:spcBef>
                <a:spcPts val="0"/>
              </a:spcBef>
              <a:spcAft>
                <a:spcPts val="0"/>
              </a:spcAft>
              <a:buClr>
                <a:schemeClr val="accent1"/>
              </a:buClr>
              <a:buSzPts val="6000"/>
              <a:buNone/>
              <a:defRPr sz="6000">
                <a:solidFill>
                  <a:schemeClr val="accent1"/>
                </a:solidFill>
              </a:defRPr>
            </a:lvl3pPr>
            <a:lvl4pPr lvl="3" rtl="0">
              <a:spcBef>
                <a:spcPts val="0"/>
              </a:spcBef>
              <a:spcAft>
                <a:spcPts val="0"/>
              </a:spcAft>
              <a:buClr>
                <a:schemeClr val="accent1"/>
              </a:buClr>
              <a:buSzPts val="6000"/>
              <a:buNone/>
              <a:defRPr sz="6000">
                <a:solidFill>
                  <a:schemeClr val="accent1"/>
                </a:solidFill>
              </a:defRPr>
            </a:lvl4pPr>
            <a:lvl5pPr lvl="4" rtl="0">
              <a:spcBef>
                <a:spcPts val="0"/>
              </a:spcBef>
              <a:spcAft>
                <a:spcPts val="0"/>
              </a:spcAft>
              <a:buClr>
                <a:schemeClr val="accent1"/>
              </a:buClr>
              <a:buSzPts val="6000"/>
              <a:buNone/>
              <a:defRPr sz="6000">
                <a:solidFill>
                  <a:schemeClr val="accent1"/>
                </a:solidFill>
              </a:defRPr>
            </a:lvl5pPr>
            <a:lvl6pPr lvl="5" rtl="0">
              <a:spcBef>
                <a:spcPts val="0"/>
              </a:spcBef>
              <a:spcAft>
                <a:spcPts val="0"/>
              </a:spcAft>
              <a:buClr>
                <a:schemeClr val="accent1"/>
              </a:buClr>
              <a:buSzPts val="6000"/>
              <a:buNone/>
              <a:defRPr sz="6000">
                <a:solidFill>
                  <a:schemeClr val="accent1"/>
                </a:solidFill>
              </a:defRPr>
            </a:lvl6pPr>
            <a:lvl7pPr lvl="6" rtl="0">
              <a:spcBef>
                <a:spcPts val="0"/>
              </a:spcBef>
              <a:spcAft>
                <a:spcPts val="0"/>
              </a:spcAft>
              <a:buClr>
                <a:schemeClr val="accent1"/>
              </a:buClr>
              <a:buSzPts val="6000"/>
              <a:buNone/>
              <a:defRPr sz="6000">
                <a:solidFill>
                  <a:schemeClr val="accent1"/>
                </a:solidFill>
              </a:defRPr>
            </a:lvl7pPr>
            <a:lvl8pPr lvl="7" rtl="0">
              <a:spcBef>
                <a:spcPts val="0"/>
              </a:spcBef>
              <a:spcAft>
                <a:spcPts val="0"/>
              </a:spcAft>
              <a:buClr>
                <a:schemeClr val="accent1"/>
              </a:buClr>
              <a:buSzPts val="6000"/>
              <a:buNone/>
              <a:defRPr sz="6000">
                <a:solidFill>
                  <a:schemeClr val="accent1"/>
                </a:solidFill>
              </a:defRPr>
            </a:lvl8pPr>
            <a:lvl9pPr lvl="8" rtl="0">
              <a:spcBef>
                <a:spcPts val="0"/>
              </a:spcBef>
              <a:spcAft>
                <a:spcPts val="0"/>
              </a:spcAft>
              <a:buClr>
                <a:schemeClr val="accent1"/>
              </a:buClr>
              <a:buSzPts val="6000"/>
              <a:buNone/>
              <a:defRPr sz="6000">
                <a:solidFill>
                  <a:schemeClr val="accent1"/>
                </a:solidFill>
              </a:defRPr>
            </a:lvl9pPr>
          </a:lstStyle>
          <a:p>
            <a:endParaRPr/>
          </a:p>
        </p:txBody>
      </p:sp>
      <p:sp>
        <p:nvSpPr>
          <p:cNvPr id="65" name="Google Shape;65;p1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solidFill>
                  <a:schemeClr val="accent1"/>
                </a:solidFill>
              </a:defRPr>
            </a:lvl1pPr>
            <a:lvl2pPr lvl="1" rtl="0">
              <a:buNone/>
              <a:defRPr>
                <a:solidFill>
                  <a:schemeClr val="accent1"/>
                </a:solidFill>
              </a:defRPr>
            </a:lvl2pPr>
            <a:lvl3pPr lvl="2" rtl="0">
              <a:buNone/>
              <a:defRPr>
                <a:solidFill>
                  <a:schemeClr val="accent1"/>
                </a:solidFill>
              </a:defRPr>
            </a:lvl3pPr>
            <a:lvl4pPr lvl="3" rtl="0">
              <a:buNone/>
              <a:defRPr>
                <a:solidFill>
                  <a:schemeClr val="accent1"/>
                </a:solidFill>
              </a:defRPr>
            </a:lvl4pPr>
            <a:lvl5pPr lvl="4" rtl="0">
              <a:buNone/>
              <a:defRPr>
                <a:solidFill>
                  <a:schemeClr val="accent1"/>
                </a:solidFill>
              </a:defRPr>
            </a:lvl5pPr>
            <a:lvl6pPr lvl="5" rtl="0">
              <a:buNone/>
              <a:defRPr>
                <a:solidFill>
                  <a:schemeClr val="accent1"/>
                </a:solidFill>
              </a:defRPr>
            </a:lvl6pPr>
            <a:lvl7pPr lvl="6" rtl="0">
              <a:buNone/>
              <a:defRPr>
                <a:solidFill>
                  <a:schemeClr val="accent1"/>
                </a:solidFill>
              </a:defRPr>
            </a:lvl7pPr>
            <a:lvl8pPr lvl="7" rtl="0">
              <a:buNone/>
              <a:defRPr>
                <a:solidFill>
                  <a:schemeClr val="accent1"/>
                </a:solidFill>
              </a:defRPr>
            </a:lvl8pPr>
            <a:lvl9pPr lvl="8" rtl="0">
              <a:buNone/>
              <a:defRPr>
                <a:solidFill>
                  <a:schemeClr val="accen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66"/>
        <p:cNvGrpSpPr/>
        <p:nvPr/>
      </p:nvGrpSpPr>
      <p:grpSpPr>
        <a:xfrm>
          <a:off x="0" y="0"/>
          <a:ext cx="0" cy="0"/>
          <a:chOff x="0" y="0"/>
          <a:chExt cx="0" cy="0"/>
        </a:xfrm>
      </p:grpSpPr>
      <p:sp>
        <p:nvSpPr>
          <p:cNvPr id="67" name="Google Shape;67;p16"/>
          <p:cNvSpPr/>
          <p:nvPr/>
        </p:nvSpPr>
        <p:spPr>
          <a:xfrm>
            <a:off x="0" y="5045700"/>
            <a:ext cx="9144000" cy="9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 name="Google Shape;68;p16"/>
          <p:cNvSpPr txBox="1">
            <a:spLocks noGrp="1"/>
          </p:cNvSpPr>
          <p:nvPr>
            <p:ph type="title"/>
          </p:nvPr>
        </p:nvSpPr>
        <p:spPr>
          <a:xfrm>
            <a:off x="311700" y="445025"/>
            <a:ext cx="8520600" cy="6132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69" name="Google Shape;69;p16"/>
          <p:cNvSpPr txBox="1">
            <a:spLocks noGrp="1"/>
          </p:cNvSpPr>
          <p:nvPr>
            <p:ph type="body" idx="1"/>
          </p:nvPr>
        </p:nvSpPr>
        <p:spPr>
          <a:xfrm>
            <a:off x="311700" y="1171600"/>
            <a:ext cx="8520600" cy="3397200"/>
          </a:xfrm>
          <a:prstGeom prst="rect">
            <a:avLst/>
          </a:prstGeom>
        </p:spPr>
        <p:txBody>
          <a:bodyPr spcFirstLastPara="1" wrap="square" lIns="91425" tIns="91425" rIns="91425" bIns="91425" anchor="t" anchorCtr="0">
            <a:noAutofit/>
          </a:bodyPr>
          <a:lstStyle>
            <a:lvl1pPr marL="457200" lvl="0" indent="-342900" rtl="0">
              <a:spcBef>
                <a:spcPts val="0"/>
              </a:spcBef>
              <a:spcAft>
                <a:spcPts val="0"/>
              </a:spcAft>
              <a:buSzPts val="1800"/>
              <a:buChar char="●"/>
              <a:defRPr/>
            </a:lvl1pPr>
            <a:lvl2pPr marL="914400" lvl="1" indent="-317500" rtl="0">
              <a:spcBef>
                <a:spcPts val="1600"/>
              </a:spcBef>
              <a:spcAft>
                <a:spcPts val="0"/>
              </a:spcAft>
              <a:buSzPts val="1400"/>
              <a:buChar char="○"/>
              <a:defRPr/>
            </a:lvl2pPr>
            <a:lvl3pPr marL="1371600" lvl="2" indent="-317500" rtl="0">
              <a:spcBef>
                <a:spcPts val="1600"/>
              </a:spcBef>
              <a:spcAft>
                <a:spcPts val="0"/>
              </a:spcAft>
              <a:buSzPts val="1400"/>
              <a:buChar char="■"/>
              <a:defRPr/>
            </a:lvl3pPr>
            <a:lvl4pPr marL="1828800" lvl="3" indent="-317500" rtl="0">
              <a:spcBef>
                <a:spcPts val="1600"/>
              </a:spcBef>
              <a:spcAft>
                <a:spcPts val="0"/>
              </a:spcAft>
              <a:buSzPts val="1400"/>
              <a:buChar char="●"/>
              <a:defRPr/>
            </a:lvl4pPr>
            <a:lvl5pPr marL="2286000" lvl="4" indent="-317500" rtl="0">
              <a:spcBef>
                <a:spcPts val="1600"/>
              </a:spcBef>
              <a:spcAft>
                <a:spcPts val="0"/>
              </a:spcAft>
              <a:buSzPts val="1400"/>
              <a:buChar char="○"/>
              <a:defRPr/>
            </a:lvl5pPr>
            <a:lvl6pPr marL="2743200" lvl="5" indent="-317500" rtl="0">
              <a:spcBef>
                <a:spcPts val="1600"/>
              </a:spcBef>
              <a:spcAft>
                <a:spcPts val="0"/>
              </a:spcAft>
              <a:buSzPts val="1400"/>
              <a:buChar char="■"/>
              <a:defRPr/>
            </a:lvl6pPr>
            <a:lvl7pPr marL="3200400" lvl="6" indent="-317500" rtl="0">
              <a:spcBef>
                <a:spcPts val="1600"/>
              </a:spcBef>
              <a:spcAft>
                <a:spcPts val="0"/>
              </a:spcAft>
              <a:buSzPts val="1400"/>
              <a:buChar char="●"/>
              <a:defRPr/>
            </a:lvl7pPr>
            <a:lvl8pPr marL="3657600" lvl="7" indent="-317500" rtl="0">
              <a:spcBef>
                <a:spcPts val="1600"/>
              </a:spcBef>
              <a:spcAft>
                <a:spcPts val="0"/>
              </a:spcAft>
              <a:buSzPts val="1400"/>
              <a:buChar char="○"/>
              <a:defRPr/>
            </a:lvl8pPr>
            <a:lvl9pPr marL="4114800" lvl="8" indent="-317500" rtl="0">
              <a:spcBef>
                <a:spcPts val="1600"/>
              </a:spcBef>
              <a:spcAft>
                <a:spcPts val="1600"/>
              </a:spcAft>
              <a:buSzPts val="1400"/>
              <a:buChar char="■"/>
              <a:defRPr/>
            </a:lvl9pPr>
          </a:lstStyle>
          <a:p>
            <a:endParaRPr/>
          </a:p>
        </p:txBody>
      </p:sp>
      <p:sp>
        <p:nvSpPr>
          <p:cNvPr id="70" name="Google Shape;70;p1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71"/>
        <p:cNvGrpSpPr/>
        <p:nvPr/>
      </p:nvGrpSpPr>
      <p:grpSpPr>
        <a:xfrm>
          <a:off x="0" y="0"/>
          <a:ext cx="0" cy="0"/>
          <a:chOff x="0" y="0"/>
          <a:chExt cx="0" cy="0"/>
        </a:xfrm>
      </p:grpSpPr>
      <p:sp>
        <p:nvSpPr>
          <p:cNvPr id="72" name="Google Shape;72;p17"/>
          <p:cNvSpPr txBox="1">
            <a:spLocks noGrp="1"/>
          </p:cNvSpPr>
          <p:nvPr>
            <p:ph type="title"/>
          </p:nvPr>
        </p:nvSpPr>
        <p:spPr>
          <a:xfrm>
            <a:off x="311700" y="445025"/>
            <a:ext cx="8520600" cy="6132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73" name="Google Shape;73;p17"/>
          <p:cNvSpPr txBox="1">
            <a:spLocks noGrp="1"/>
          </p:cNvSpPr>
          <p:nvPr>
            <p:ph type="body" idx="1"/>
          </p:nvPr>
        </p:nvSpPr>
        <p:spPr>
          <a:xfrm>
            <a:off x="311700" y="1171675"/>
            <a:ext cx="3999900" cy="3397200"/>
          </a:xfrm>
          <a:prstGeom prst="rect">
            <a:avLst/>
          </a:prstGeom>
        </p:spPr>
        <p:txBody>
          <a:bodyPr spcFirstLastPara="1" wrap="square" lIns="91425" tIns="91425" rIns="91425" bIns="91425" anchor="t" anchorCtr="0">
            <a:noAutofit/>
          </a:bodyPr>
          <a:lstStyle>
            <a:lvl1pPr marL="457200" lvl="0" indent="-317500" rtl="0">
              <a:spcBef>
                <a:spcPts val="0"/>
              </a:spcBef>
              <a:spcAft>
                <a:spcPts val="0"/>
              </a:spcAft>
              <a:buSzPts val="1400"/>
              <a:buChar char="●"/>
              <a:defRPr sz="1400"/>
            </a:lvl1pPr>
            <a:lvl2pPr marL="914400" lvl="1" indent="-304800" rtl="0">
              <a:spcBef>
                <a:spcPts val="1600"/>
              </a:spcBef>
              <a:spcAft>
                <a:spcPts val="0"/>
              </a:spcAft>
              <a:buSzPts val="1200"/>
              <a:buChar char="○"/>
              <a:defRPr sz="1200"/>
            </a:lvl2pPr>
            <a:lvl3pPr marL="1371600" lvl="2" indent="-304800" rtl="0">
              <a:spcBef>
                <a:spcPts val="1600"/>
              </a:spcBef>
              <a:spcAft>
                <a:spcPts val="0"/>
              </a:spcAft>
              <a:buSzPts val="1200"/>
              <a:buChar char="■"/>
              <a:defRPr sz="1200"/>
            </a:lvl3pPr>
            <a:lvl4pPr marL="1828800" lvl="3" indent="-304800" rtl="0">
              <a:spcBef>
                <a:spcPts val="1600"/>
              </a:spcBef>
              <a:spcAft>
                <a:spcPts val="0"/>
              </a:spcAft>
              <a:buSzPts val="1200"/>
              <a:buChar char="●"/>
              <a:defRPr sz="1200"/>
            </a:lvl4pPr>
            <a:lvl5pPr marL="2286000" lvl="4" indent="-304800" rtl="0">
              <a:spcBef>
                <a:spcPts val="1600"/>
              </a:spcBef>
              <a:spcAft>
                <a:spcPts val="0"/>
              </a:spcAft>
              <a:buSzPts val="1200"/>
              <a:buChar char="○"/>
              <a:defRPr sz="1200"/>
            </a:lvl5pPr>
            <a:lvl6pPr marL="2743200" lvl="5" indent="-304800" rtl="0">
              <a:spcBef>
                <a:spcPts val="1600"/>
              </a:spcBef>
              <a:spcAft>
                <a:spcPts val="0"/>
              </a:spcAft>
              <a:buSzPts val="1200"/>
              <a:buChar char="■"/>
              <a:defRPr sz="1200"/>
            </a:lvl6pPr>
            <a:lvl7pPr marL="3200400" lvl="6" indent="-304800" rtl="0">
              <a:spcBef>
                <a:spcPts val="1600"/>
              </a:spcBef>
              <a:spcAft>
                <a:spcPts val="0"/>
              </a:spcAft>
              <a:buSzPts val="1200"/>
              <a:buChar char="●"/>
              <a:defRPr sz="1200"/>
            </a:lvl7pPr>
            <a:lvl8pPr marL="3657600" lvl="7" indent="-304800" rtl="0">
              <a:spcBef>
                <a:spcPts val="1600"/>
              </a:spcBef>
              <a:spcAft>
                <a:spcPts val="0"/>
              </a:spcAft>
              <a:buSzPts val="1200"/>
              <a:buChar char="○"/>
              <a:defRPr sz="1200"/>
            </a:lvl8pPr>
            <a:lvl9pPr marL="4114800" lvl="8" indent="-304800" rtl="0">
              <a:spcBef>
                <a:spcPts val="1600"/>
              </a:spcBef>
              <a:spcAft>
                <a:spcPts val="1600"/>
              </a:spcAft>
              <a:buSzPts val="1200"/>
              <a:buChar char="■"/>
              <a:defRPr sz="1200"/>
            </a:lvl9pPr>
          </a:lstStyle>
          <a:p>
            <a:endParaRPr/>
          </a:p>
        </p:txBody>
      </p:sp>
      <p:sp>
        <p:nvSpPr>
          <p:cNvPr id="74" name="Google Shape;74;p17"/>
          <p:cNvSpPr txBox="1">
            <a:spLocks noGrp="1"/>
          </p:cNvSpPr>
          <p:nvPr>
            <p:ph type="body" idx="2"/>
          </p:nvPr>
        </p:nvSpPr>
        <p:spPr>
          <a:xfrm>
            <a:off x="4832400" y="1171675"/>
            <a:ext cx="3999900" cy="3397200"/>
          </a:xfrm>
          <a:prstGeom prst="rect">
            <a:avLst/>
          </a:prstGeom>
        </p:spPr>
        <p:txBody>
          <a:bodyPr spcFirstLastPara="1" wrap="square" lIns="91425" tIns="91425" rIns="91425" bIns="91425" anchor="t" anchorCtr="0">
            <a:noAutofit/>
          </a:bodyPr>
          <a:lstStyle>
            <a:lvl1pPr marL="457200" lvl="0" indent="-317500" rtl="0">
              <a:spcBef>
                <a:spcPts val="0"/>
              </a:spcBef>
              <a:spcAft>
                <a:spcPts val="0"/>
              </a:spcAft>
              <a:buSzPts val="1400"/>
              <a:buChar char="●"/>
              <a:defRPr sz="1400"/>
            </a:lvl1pPr>
            <a:lvl2pPr marL="914400" lvl="1" indent="-304800" rtl="0">
              <a:spcBef>
                <a:spcPts val="1600"/>
              </a:spcBef>
              <a:spcAft>
                <a:spcPts val="0"/>
              </a:spcAft>
              <a:buSzPts val="1200"/>
              <a:buChar char="○"/>
              <a:defRPr sz="1200"/>
            </a:lvl2pPr>
            <a:lvl3pPr marL="1371600" lvl="2" indent="-304800" rtl="0">
              <a:spcBef>
                <a:spcPts val="1600"/>
              </a:spcBef>
              <a:spcAft>
                <a:spcPts val="0"/>
              </a:spcAft>
              <a:buSzPts val="1200"/>
              <a:buChar char="■"/>
              <a:defRPr sz="1200"/>
            </a:lvl3pPr>
            <a:lvl4pPr marL="1828800" lvl="3" indent="-304800" rtl="0">
              <a:spcBef>
                <a:spcPts val="1600"/>
              </a:spcBef>
              <a:spcAft>
                <a:spcPts val="0"/>
              </a:spcAft>
              <a:buSzPts val="1200"/>
              <a:buChar char="●"/>
              <a:defRPr sz="1200"/>
            </a:lvl4pPr>
            <a:lvl5pPr marL="2286000" lvl="4" indent="-304800" rtl="0">
              <a:spcBef>
                <a:spcPts val="1600"/>
              </a:spcBef>
              <a:spcAft>
                <a:spcPts val="0"/>
              </a:spcAft>
              <a:buSzPts val="1200"/>
              <a:buChar char="○"/>
              <a:defRPr sz="1200"/>
            </a:lvl5pPr>
            <a:lvl6pPr marL="2743200" lvl="5" indent="-304800" rtl="0">
              <a:spcBef>
                <a:spcPts val="1600"/>
              </a:spcBef>
              <a:spcAft>
                <a:spcPts val="0"/>
              </a:spcAft>
              <a:buSzPts val="1200"/>
              <a:buChar char="■"/>
              <a:defRPr sz="1200"/>
            </a:lvl6pPr>
            <a:lvl7pPr marL="3200400" lvl="6" indent="-304800" rtl="0">
              <a:spcBef>
                <a:spcPts val="1600"/>
              </a:spcBef>
              <a:spcAft>
                <a:spcPts val="0"/>
              </a:spcAft>
              <a:buSzPts val="1200"/>
              <a:buChar char="●"/>
              <a:defRPr sz="1200"/>
            </a:lvl7pPr>
            <a:lvl8pPr marL="3657600" lvl="7" indent="-304800" rtl="0">
              <a:spcBef>
                <a:spcPts val="1600"/>
              </a:spcBef>
              <a:spcAft>
                <a:spcPts val="0"/>
              </a:spcAft>
              <a:buSzPts val="1200"/>
              <a:buChar char="○"/>
              <a:defRPr sz="1200"/>
            </a:lvl8pPr>
            <a:lvl9pPr marL="4114800" lvl="8" indent="-304800" rtl="0">
              <a:spcBef>
                <a:spcPts val="1600"/>
              </a:spcBef>
              <a:spcAft>
                <a:spcPts val="1600"/>
              </a:spcAft>
              <a:buSzPts val="1200"/>
              <a:buChar char="■"/>
              <a:defRPr sz="1200"/>
            </a:lvl9pPr>
          </a:lstStyle>
          <a:p>
            <a:endParaRPr/>
          </a:p>
        </p:txBody>
      </p:sp>
      <p:sp>
        <p:nvSpPr>
          <p:cNvPr id="75" name="Google Shape;75;p1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76"/>
        <p:cNvGrpSpPr/>
        <p:nvPr/>
      </p:nvGrpSpPr>
      <p:grpSpPr>
        <a:xfrm>
          <a:off x="0" y="0"/>
          <a:ext cx="0" cy="0"/>
          <a:chOff x="0" y="0"/>
          <a:chExt cx="0" cy="0"/>
        </a:xfrm>
      </p:grpSpPr>
      <p:sp>
        <p:nvSpPr>
          <p:cNvPr id="77" name="Google Shape;77;p18"/>
          <p:cNvSpPr txBox="1">
            <a:spLocks noGrp="1"/>
          </p:cNvSpPr>
          <p:nvPr>
            <p:ph type="title"/>
          </p:nvPr>
        </p:nvSpPr>
        <p:spPr>
          <a:xfrm>
            <a:off x="311700" y="445025"/>
            <a:ext cx="8520600" cy="6132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78" name="Google Shape;78;p1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79"/>
        <p:cNvGrpSpPr/>
        <p:nvPr/>
      </p:nvGrpSpPr>
      <p:grpSpPr>
        <a:xfrm>
          <a:off x="0" y="0"/>
          <a:ext cx="0" cy="0"/>
          <a:chOff x="0" y="0"/>
          <a:chExt cx="0" cy="0"/>
        </a:xfrm>
      </p:grpSpPr>
      <p:sp>
        <p:nvSpPr>
          <p:cNvPr id="80" name="Google Shape;80;p19"/>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endParaRPr/>
          </a:p>
        </p:txBody>
      </p:sp>
      <p:sp>
        <p:nvSpPr>
          <p:cNvPr id="81" name="Google Shape;81;p19"/>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Autofit/>
          </a:bodyPr>
          <a:lstStyle>
            <a:lvl1pPr marL="457200" lvl="0" indent="-304800" rtl="0">
              <a:spcBef>
                <a:spcPts val="0"/>
              </a:spcBef>
              <a:spcAft>
                <a:spcPts val="0"/>
              </a:spcAft>
              <a:buSzPts val="1200"/>
              <a:buChar char="●"/>
              <a:defRPr sz="1200"/>
            </a:lvl1pPr>
            <a:lvl2pPr marL="914400" lvl="1" indent="-304800" rtl="0">
              <a:spcBef>
                <a:spcPts val="1600"/>
              </a:spcBef>
              <a:spcAft>
                <a:spcPts val="0"/>
              </a:spcAft>
              <a:buSzPts val="1200"/>
              <a:buChar char="○"/>
              <a:defRPr sz="1200"/>
            </a:lvl2pPr>
            <a:lvl3pPr marL="1371600" lvl="2" indent="-304800" rtl="0">
              <a:spcBef>
                <a:spcPts val="1600"/>
              </a:spcBef>
              <a:spcAft>
                <a:spcPts val="0"/>
              </a:spcAft>
              <a:buSzPts val="1200"/>
              <a:buChar char="■"/>
              <a:defRPr sz="1200"/>
            </a:lvl3pPr>
            <a:lvl4pPr marL="1828800" lvl="3" indent="-304800" rtl="0">
              <a:spcBef>
                <a:spcPts val="1600"/>
              </a:spcBef>
              <a:spcAft>
                <a:spcPts val="0"/>
              </a:spcAft>
              <a:buSzPts val="1200"/>
              <a:buChar char="●"/>
              <a:defRPr sz="1200"/>
            </a:lvl4pPr>
            <a:lvl5pPr marL="2286000" lvl="4" indent="-304800" rtl="0">
              <a:spcBef>
                <a:spcPts val="1600"/>
              </a:spcBef>
              <a:spcAft>
                <a:spcPts val="0"/>
              </a:spcAft>
              <a:buSzPts val="1200"/>
              <a:buChar char="○"/>
              <a:defRPr sz="1200"/>
            </a:lvl5pPr>
            <a:lvl6pPr marL="2743200" lvl="5" indent="-304800" rtl="0">
              <a:spcBef>
                <a:spcPts val="1600"/>
              </a:spcBef>
              <a:spcAft>
                <a:spcPts val="0"/>
              </a:spcAft>
              <a:buSzPts val="1200"/>
              <a:buChar char="■"/>
              <a:defRPr sz="1200"/>
            </a:lvl6pPr>
            <a:lvl7pPr marL="3200400" lvl="6" indent="-304800" rtl="0">
              <a:spcBef>
                <a:spcPts val="1600"/>
              </a:spcBef>
              <a:spcAft>
                <a:spcPts val="0"/>
              </a:spcAft>
              <a:buSzPts val="1200"/>
              <a:buChar char="●"/>
              <a:defRPr sz="1200"/>
            </a:lvl7pPr>
            <a:lvl8pPr marL="3657600" lvl="7" indent="-304800" rtl="0">
              <a:spcBef>
                <a:spcPts val="1600"/>
              </a:spcBef>
              <a:spcAft>
                <a:spcPts val="0"/>
              </a:spcAft>
              <a:buSzPts val="1200"/>
              <a:buChar char="○"/>
              <a:defRPr sz="1200"/>
            </a:lvl8pPr>
            <a:lvl9pPr marL="4114800" lvl="8" indent="-304800" rtl="0">
              <a:spcBef>
                <a:spcPts val="1600"/>
              </a:spcBef>
              <a:spcAft>
                <a:spcPts val="1600"/>
              </a:spcAft>
              <a:buSzPts val="1200"/>
              <a:buChar char="■"/>
              <a:defRPr sz="1200"/>
            </a:lvl9pPr>
          </a:lstStyle>
          <a:p>
            <a:endParaRPr/>
          </a:p>
        </p:txBody>
      </p:sp>
      <p:sp>
        <p:nvSpPr>
          <p:cNvPr id="82" name="Google Shape;82;p1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lt2"/>
        </a:solidFill>
        <a:effectLst/>
      </p:bgPr>
    </p:bg>
    <p:spTree>
      <p:nvGrpSpPr>
        <p:cNvPr id="1" name="Shape 83"/>
        <p:cNvGrpSpPr/>
        <p:nvPr/>
      </p:nvGrpSpPr>
      <p:grpSpPr>
        <a:xfrm>
          <a:off x="0" y="0"/>
          <a:ext cx="0" cy="0"/>
          <a:chOff x="0" y="0"/>
          <a:chExt cx="0" cy="0"/>
        </a:xfrm>
      </p:grpSpPr>
      <p:sp>
        <p:nvSpPr>
          <p:cNvPr id="84" name="Google Shape;84;p20"/>
          <p:cNvSpPr txBox="1">
            <a:spLocks noGrp="1"/>
          </p:cNvSpPr>
          <p:nvPr>
            <p:ph type="title"/>
          </p:nvPr>
        </p:nvSpPr>
        <p:spPr>
          <a:xfrm>
            <a:off x="490250" y="526350"/>
            <a:ext cx="5604000" cy="4090800"/>
          </a:xfrm>
          <a:prstGeom prst="rect">
            <a:avLst/>
          </a:prstGeom>
        </p:spPr>
        <p:txBody>
          <a:bodyPr spcFirstLastPara="1" wrap="square" lIns="91425" tIns="91425" rIns="91425" bIns="91425" anchor="ctr" anchorCtr="0">
            <a:noAutofit/>
          </a:bodyPr>
          <a:lstStyle>
            <a:lvl1pPr lvl="0" rtl="0">
              <a:spcBef>
                <a:spcPts val="0"/>
              </a:spcBef>
              <a:spcAft>
                <a:spcPts val="0"/>
              </a:spcAft>
              <a:buClr>
                <a:schemeClr val="accent1"/>
              </a:buClr>
              <a:buSzPts val="5400"/>
              <a:buNone/>
              <a:defRPr sz="5400">
                <a:solidFill>
                  <a:schemeClr val="accent1"/>
                </a:solidFill>
              </a:defRPr>
            </a:lvl1pPr>
            <a:lvl2pPr lvl="1" rtl="0">
              <a:spcBef>
                <a:spcPts val="0"/>
              </a:spcBef>
              <a:spcAft>
                <a:spcPts val="0"/>
              </a:spcAft>
              <a:buClr>
                <a:schemeClr val="accent1"/>
              </a:buClr>
              <a:buSzPts val="5400"/>
              <a:buNone/>
              <a:defRPr sz="5400">
                <a:solidFill>
                  <a:schemeClr val="accent1"/>
                </a:solidFill>
              </a:defRPr>
            </a:lvl2pPr>
            <a:lvl3pPr lvl="2" rtl="0">
              <a:spcBef>
                <a:spcPts val="0"/>
              </a:spcBef>
              <a:spcAft>
                <a:spcPts val="0"/>
              </a:spcAft>
              <a:buClr>
                <a:schemeClr val="accent1"/>
              </a:buClr>
              <a:buSzPts val="5400"/>
              <a:buNone/>
              <a:defRPr sz="5400">
                <a:solidFill>
                  <a:schemeClr val="accent1"/>
                </a:solidFill>
              </a:defRPr>
            </a:lvl3pPr>
            <a:lvl4pPr lvl="3" rtl="0">
              <a:spcBef>
                <a:spcPts val="0"/>
              </a:spcBef>
              <a:spcAft>
                <a:spcPts val="0"/>
              </a:spcAft>
              <a:buClr>
                <a:schemeClr val="accent1"/>
              </a:buClr>
              <a:buSzPts val="5400"/>
              <a:buNone/>
              <a:defRPr sz="5400">
                <a:solidFill>
                  <a:schemeClr val="accent1"/>
                </a:solidFill>
              </a:defRPr>
            </a:lvl4pPr>
            <a:lvl5pPr lvl="4" rtl="0">
              <a:spcBef>
                <a:spcPts val="0"/>
              </a:spcBef>
              <a:spcAft>
                <a:spcPts val="0"/>
              </a:spcAft>
              <a:buClr>
                <a:schemeClr val="accent1"/>
              </a:buClr>
              <a:buSzPts val="5400"/>
              <a:buNone/>
              <a:defRPr sz="5400">
                <a:solidFill>
                  <a:schemeClr val="accent1"/>
                </a:solidFill>
              </a:defRPr>
            </a:lvl5pPr>
            <a:lvl6pPr lvl="5" rtl="0">
              <a:spcBef>
                <a:spcPts val="0"/>
              </a:spcBef>
              <a:spcAft>
                <a:spcPts val="0"/>
              </a:spcAft>
              <a:buClr>
                <a:schemeClr val="accent1"/>
              </a:buClr>
              <a:buSzPts val="5400"/>
              <a:buNone/>
              <a:defRPr sz="5400">
                <a:solidFill>
                  <a:schemeClr val="accent1"/>
                </a:solidFill>
              </a:defRPr>
            </a:lvl6pPr>
            <a:lvl7pPr lvl="6" rtl="0">
              <a:spcBef>
                <a:spcPts val="0"/>
              </a:spcBef>
              <a:spcAft>
                <a:spcPts val="0"/>
              </a:spcAft>
              <a:buClr>
                <a:schemeClr val="accent1"/>
              </a:buClr>
              <a:buSzPts val="5400"/>
              <a:buNone/>
              <a:defRPr sz="5400">
                <a:solidFill>
                  <a:schemeClr val="accent1"/>
                </a:solidFill>
              </a:defRPr>
            </a:lvl7pPr>
            <a:lvl8pPr lvl="7" rtl="0">
              <a:spcBef>
                <a:spcPts val="0"/>
              </a:spcBef>
              <a:spcAft>
                <a:spcPts val="0"/>
              </a:spcAft>
              <a:buClr>
                <a:schemeClr val="accent1"/>
              </a:buClr>
              <a:buSzPts val="5400"/>
              <a:buNone/>
              <a:defRPr sz="5400">
                <a:solidFill>
                  <a:schemeClr val="accent1"/>
                </a:solidFill>
              </a:defRPr>
            </a:lvl8pPr>
            <a:lvl9pPr lvl="8" rtl="0">
              <a:spcBef>
                <a:spcPts val="0"/>
              </a:spcBef>
              <a:spcAft>
                <a:spcPts val="0"/>
              </a:spcAft>
              <a:buClr>
                <a:schemeClr val="accent1"/>
              </a:buClr>
              <a:buSzPts val="5400"/>
              <a:buNone/>
              <a:defRPr sz="5400">
                <a:solidFill>
                  <a:schemeClr val="accent1"/>
                </a:solidFill>
              </a:defRPr>
            </a:lvl9pPr>
          </a:lstStyle>
          <a:p>
            <a:endParaRPr/>
          </a:p>
        </p:txBody>
      </p:sp>
      <p:sp>
        <p:nvSpPr>
          <p:cNvPr id="85" name="Google Shape;85;p2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solidFill>
                  <a:schemeClr val="accent1"/>
                </a:solidFill>
              </a:defRPr>
            </a:lvl1pPr>
            <a:lvl2pPr lvl="1" rtl="0">
              <a:buNone/>
              <a:defRPr>
                <a:solidFill>
                  <a:schemeClr val="accent1"/>
                </a:solidFill>
              </a:defRPr>
            </a:lvl2pPr>
            <a:lvl3pPr lvl="2" rtl="0">
              <a:buNone/>
              <a:defRPr>
                <a:solidFill>
                  <a:schemeClr val="accent1"/>
                </a:solidFill>
              </a:defRPr>
            </a:lvl3pPr>
            <a:lvl4pPr lvl="3" rtl="0">
              <a:buNone/>
              <a:defRPr>
                <a:solidFill>
                  <a:schemeClr val="accent1"/>
                </a:solidFill>
              </a:defRPr>
            </a:lvl4pPr>
            <a:lvl5pPr lvl="4" rtl="0">
              <a:buNone/>
              <a:defRPr>
                <a:solidFill>
                  <a:schemeClr val="accent1"/>
                </a:solidFill>
              </a:defRPr>
            </a:lvl5pPr>
            <a:lvl6pPr lvl="5" rtl="0">
              <a:buNone/>
              <a:defRPr>
                <a:solidFill>
                  <a:schemeClr val="accent1"/>
                </a:solidFill>
              </a:defRPr>
            </a:lvl6pPr>
            <a:lvl7pPr lvl="6" rtl="0">
              <a:buNone/>
              <a:defRPr>
                <a:solidFill>
                  <a:schemeClr val="accent1"/>
                </a:solidFill>
              </a:defRPr>
            </a:lvl7pPr>
            <a:lvl8pPr lvl="7" rtl="0">
              <a:buNone/>
              <a:defRPr>
                <a:solidFill>
                  <a:schemeClr val="accent1"/>
                </a:solidFill>
              </a:defRPr>
            </a:lvl8pPr>
            <a:lvl9pPr lvl="8" rtl="0">
              <a:buNone/>
              <a:defRPr>
                <a:solidFill>
                  <a:schemeClr val="accen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86"/>
        <p:cNvGrpSpPr/>
        <p:nvPr/>
      </p:nvGrpSpPr>
      <p:grpSpPr>
        <a:xfrm>
          <a:off x="0" y="0"/>
          <a:ext cx="0" cy="0"/>
          <a:chOff x="0" y="0"/>
          <a:chExt cx="0" cy="0"/>
        </a:xfrm>
      </p:grpSpPr>
      <p:sp>
        <p:nvSpPr>
          <p:cNvPr id="87" name="Google Shape;87;p21"/>
          <p:cNvSpPr/>
          <p:nvPr/>
        </p:nvSpPr>
        <p:spPr>
          <a:xfrm>
            <a:off x="4572000" y="-25"/>
            <a:ext cx="4572000" cy="514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88" name="Google Shape;88;p21"/>
          <p:cNvCxnSpPr/>
          <p:nvPr/>
        </p:nvCxnSpPr>
        <p:spPr>
          <a:xfrm>
            <a:off x="5029675" y="4495500"/>
            <a:ext cx="686400" cy="0"/>
          </a:xfrm>
          <a:prstGeom prst="straightConnector1">
            <a:avLst/>
          </a:prstGeom>
          <a:noFill/>
          <a:ln w="19050" cap="flat" cmpd="sng">
            <a:solidFill>
              <a:schemeClr val="lt2"/>
            </a:solidFill>
            <a:prstDash val="solid"/>
            <a:round/>
            <a:headEnd type="none" w="sm" len="sm"/>
            <a:tailEnd type="none" w="sm" len="sm"/>
          </a:ln>
        </p:spPr>
      </p:cxnSp>
      <p:sp>
        <p:nvSpPr>
          <p:cNvPr id="89" name="Google Shape;89;p21"/>
          <p:cNvSpPr txBox="1">
            <a:spLocks noGrp="1"/>
          </p:cNvSpPr>
          <p:nvPr>
            <p:ph type="title"/>
          </p:nvPr>
        </p:nvSpPr>
        <p:spPr>
          <a:xfrm>
            <a:off x="265500" y="1382350"/>
            <a:ext cx="4045200" cy="13332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lt2"/>
              </a:buClr>
              <a:buSzPts val="4200"/>
              <a:buNone/>
              <a:defRPr sz="4200">
                <a:solidFill>
                  <a:schemeClr val="lt2"/>
                </a:solidFill>
              </a:defRPr>
            </a:lvl1pPr>
            <a:lvl2pPr lvl="1" algn="ctr" rtl="0">
              <a:spcBef>
                <a:spcPts val="0"/>
              </a:spcBef>
              <a:spcAft>
                <a:spcPts val="0"/>
              </a:spcAft>
              <a:buClr>
                <a:schemeClr val="lt2"/>
              </a:buClr>
              <a:buSzPts val="4200"/>
              <a:buNone/>
              <a:defRPr sz="4200">
                <a:solidFill>
                  <a:schemeClr val="lt2"/>
                </a:solidFill>
              </a:defRPr>
            </a:lvl2pPr>
            <a:lvl3pPr lvl="2" algn="ctr" rtl="0">
              <a:spcBef>
                <a:spcPts val="0"/>
              </a:spcBef>
              <a:spcAft>
                <a:spcPts val="0"/>
              </a:spcAft>
              <a:buClr>
                <a:schemeClr val="lt2"/>
              </a:buClr>
              <a:buSzPts val="4200"/>
              <a:buNone/>
              <a:defRPr sz="4200">
                <a:solidFill>
                  <a:schemeClr val="lt2"/>
                </a:solidFill>
              </a:defRPr>
            </a:lvl3pPr>
            <a:lvl4pPr lvl="3" algn="ctr" rtl="0">
              <a:spcBef>
                <a:spcPts val="0"/>
              </a:spcBef>
              <a:spcAft>
                <a:spcPts val="0"/>
              </a:spcAft>
              <a:buClr>
                <a:schemeClr val="lt2"/>
              </a:buClr>
              <a:buSzPts val="4200"/>
              <a:buNone/>
              <a:defRPr sz="4200">
                <a:solidFill>
                  <a:schemeClr val="lt2"/>
                </a:solidFill>
              </a:defRPr>
            </a:lvl4pPr>
            <a:lvl5pPr lvl="4" algn="ctr" rtl="0">
              <a:spcBef>
                <a:spcPts val="0"/>
              </a:spcBef>
              <a:spcAft>
                <a:spcPts val="0"/>
              </a:spcAft>
              <a:buClr>
                <a:schemeClr val="lt2"/>
              </a:buClr>
              <a:buSzPts val="4200"/>
              <a:buNone/>
              <a:defRPr sz="4200">
                <a:solidFill>
                  <a:schemeClr val="lt2"/>
                </a:solidFill>
              </a:defRPr>
            </a:lvl5pPr>
            <a:lvl6pPr lvl="5" algn="ctr" rtl="0">
              <a:spcBef>
                <a:spcPts val="0"/>
              </a:spcBef>
              <a:spcAft>
                <a:spcPts val="0"/>
              </a:spcAft>
              <a:buClr>
                <a:schemeClr val="lt2"/>
              </a:buClr>
              <a:buSzPts val="4200"/>
              <a:buNone/>
              <a:defRPr sz="4200">
                <a:solidFill>
                  <a:schemeClr val="lt2"/>
                </a:solidFill>
              </a:defRPr>
            </a:lvl6pPr>
            <a:lvl7pPr lvl="6" algn="ctr" rtl="0">
              <a:spcBef>
                <a:spcPts val="0"/>
              </a:spcBef>
              <a:spcAft>
                <a:spcPts val="0"/>
              </a:spcAft>
              <a:buClr>
                <a:schemeClr val="lt2"/>
              </a:buClr>
              <a:buSzPts val="4200"/>
              <a:buNone/>
              <a:defRPr sz="4200">
                <a:solidFill>
                  <a:schemeClr val="lt2"/>
                </a:solidFill>
              </a:defRPr>
            </a:lvl7pPr>
            <a:lvl8pPr lvl="7" algn="ctr" rtl="0">
              <a:spcBef>
                <a:spcPts val="0"/>
              </a:spcBef>
              <a:spcAft>
                <a:spcPts val="0"/>
              </a:spcAft>
              <a:buClr>
                <a:schemeClr val="lt2"/>
              </a:buClr>
              <a:buSzPts val="4200"/>
              <a:buNone/>
              <a:defRPr sz="4200">
                <a:solidFill>
                  <a:schemeClr val="lt2"/>
                </a:solidFill>
              </a:defRPr>
            </a:lvl8pPr>
            <a:lvl9pPr lvl="8" algn="ctr" rtl="0">
              <a:spcBef>
                <a:spcPts val="0"/>
              </a:spcBef>
              <a:spcAft>
                <a:spcPts val="0"/>
              </a:spcAft>
              <a:buClr>
                <a:schemeClr val="lt2"/>
              </a:buClr>
              <a:buSzPts val="4200"/>
              <a:buNone/>
              <a:defRPr sz="4200">
                <a:solidFill>
                  <a:schemeClr val="lt2"/>
                </a:solidFill>
              </a:defRPr>
            </a:lvl9pPr>
          </a:lstStyle>
          <a:p>
            <a:endParaRPr/>
          </a:p>
        </p:txBody>
      </p:sp>
      <p:sp>
        <p:nvSpPr>
          <p:cNvPr id="90" name="Google Shape;90;p21"/>
          <p:cNvSpPr txBox="1">
            <a:spLocks noGrp="1"/>
          </p:cNvSpPr>
          <p:nvPr>
            <p:ph type="subTitle" idx="1"/>
          </p:nvPr>
        </p:nvSpPr>
        <p:spPr>
          <a:xfrm>
            <a:off x="265500" y="2769001"/>
            <a:ext cx="4045200" cy="13455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2100"/>
              <a:buNone/>
              <a:defRPr sz="2100"/>
            </a:lvl1pPr>
            <a:lvl2pPr lvl="1" algn="ctr" rtl="0">
              <a:lnSpc>
                <a:spcPct val="100000"/>
              </a:lnSpc>
              <a:spcBef>
                <a:spcPts val="0"/>
              </a:spcBef>
              <a:spcAft>
                <a:spcPts val="0"/>
              </a:spcAft>
              <a:buSzPts val="2100"/>
              <a:buNone/>
              <a:defRPr sz="2100"/>
            </a:lvl2pPr>
            <a:lvl3pPr lvl="2" algn="ctr" rtl="0">
              <a:lnSpc>
                <a:spcPct val="100000"/>
              </a:lnSpc>
              <a:spcBef>
                <a:spcPts val="0"/>
              </a:spcBef>
              <a:spcAft>
                <a:spcPts val="0"/>
              </a:spcAft>
              <a:buSzPts val="2100"/>
              <a:buNone/>
              <a:defRPr sz="2100"/>
            </a:lvl3pPr>
            <a:lvl4pPr lvl="3" algn="ctr" rtl="0">
              <a:lnSpc>
                <a:spcPct val="100000"/>
              </a:lnSpc>
              <a:spcBef>
                <a:spcPts val="0"/>
              </a:spcBef>
              <a:spcAft>
                <a:spcPts val="0"/>
              </a:spcAft>
              <a:buSzPts val="2100"/>
              <a:buNone/>
              <a:defRPr sz="2100"/>
            </a:lvl4pPr>
            <a:lvl5pPr lvl="4" algn="ctr" rtl="0">
              <a:lnSpc>
                <a:spcPct val="100000"/>
              </a:lnSpc>
              <a:spcBef>
                <a:spcPts val="0"/>
              </a:spcBef>
              <a:spcAft>
                <a:spcPts val="0"/>
              </a:spcAft>
              <a:buSzPts val="2100"/>
              <a:buNone/>
              <a:defRPr sz="2100"/>
            </a:lvl5pPr>
            <a:lvl6pPr lvl="5" algn="ctr" rtl="0">
              <a:lnSpc>
                <a:spcPct val="100000"/>
              </a:lnSpc>
              <a:spcBef>
                <a:spcPts val="0"/>
              </a:spcBef>
              <a:spcAft>
                <a:spcPts val="0"/>
              </a:spcAft>
              <a:buSzPts val="2100"/>
              <a:buNone/>
              <a:defRPr sz="2100"/>
            </a:lvl6pPr>
            <a:lvl7pPr lvl="6" algn="ctr" rtl="0">
              <a:lnSpc>
                <a:spcPct val="100000"/>
              </a:lnSpc>
              <a:spcBef>
                <a:spcPts val="0"/>
              </a:spcBef>
              <a:spcAft>
                <a:spcPts val="0"/>
              </a:spcAft>
              <a:buSzPts val="2100"/>
              <a:buNone/>
              <a:defRPr sz="2100"/>
            </a:lvl7pPr>
            <a:lvl8pPr lvl="7" algn="ctr" rtl="0">
              <a:lnSpc>
                <a:spcPct val="100000"/>
              </a:lnSpc>
              <a:spcBef>
                <a:spcPts val="0"/>
              </a:spcBef>
              <a:spcAft>
                <a:spcPts val="0"/>
              </a:spcAft>
              <a:buSzPts val="2100"/>
              <a:buNone/>
              <a:defRPr sz="2100"/>
            </a:lvl8pPr>
            <a:lvl9pPr lvl="8" algn="ctr" rtl="0">
              <a:lnSpc>
                <a:spcPct val="100000"/>
              </a:lnSpc>
              <a:spcBef>
                <a:spcPts val="0"/>
              </a:spcBef>
              <a:spcAft>
                <a:spcPts val="0"/>
              </a:spcAft>
              <a:buSzPts val="2100"/>
              <a:buNone/>
              <a:defRPr sz="2100"/>
            </a:lvl9pPr>
          </a:lstStyle>
          <a:p>
            <a:endParaRPr/>
          </a:p>
        </p:txBody>
      </p:sp>
      <p:sp>
        <p:nvSpPr>
          <p:cNvPr id="91" name="Google Shape;91;p21"/>
          <p:cNvSpPr txBox="1">
            <a:spLocks noGrp="1"/>
          </p:cNvSpPr>
          <p:nvPr>
            <p:ph type="body" idx="2"/>
          </p:nvPr>
        </p:nvSpPr>
        <p:spPr>
          <a:xfrm>
            <a:off x="4939500" y="724200"/>
            <a:ext cx="3837000" cy="3695100"/>
          </a:xfrm>
          <a:prstGeom prst="rect">
            <a:avLst/>
          </a:prstGeom>
        </p:spPr>
        <p:txBody>
          <a:bodyPr spcFirstLastPara="1" wrap="square" lIns="91425" tIns="91425" rIns="91425" bIns="91425" anchor="ctr" anchorCtr="0">
            <a:noAutofit/>
          </a:bodyPr>
          <a:lstStyle>
            <a:lvl1pPr marL="457200" lvl="0" indent="-342900" rtl="0">
              <a:spcBef>
                <a:spcPts val="0"/>
              </a:spcBef>
              <a:spcAft>
                <a:spcPts val="0"/>
              </a:spcAft>
              <a:buClr>
                <a:schemeClr val="accent1"/>
              </a:buClr>
              <a:buSzPts val="1800"/>
              <a:buChar char="●"/>
              <a:defRPr>
                <a:solidFill>
                  <a:schemeClr val="accent1"/>
                </a:solidFill>
              </a:defRPr>
            </a:lvl1pPr>
            <a:lvl2pPr marL="914400" lvl="1" indent="-317500" rtl="0">
              <a:spcBef>
                <a:spcPts val="1600"/>
              </a:spcBef>
              <a:spcAft>
                <a:spcPts val="0"/>
              </a:spcAft>
              <a:buClr>
                <a:schemeClr val="accent1"/>
              </a:buClr>
              <a:buSzPts val="1400"/>
              <a:buChar char="○"/>
              <a:defRPr>
                <a:solidFill>
                  <a:schemeClr val="accent1"/>
                </a:solidFill>
              </a:defRPr>
            </a:lvl2pPr>
            <a:lvl3pPr marL="1371600" lvl="2" indent="-317500" rtl="0">
              <a:spcBef>
                <a:spcPts val="1600"/>
              </a:spcBef>
              <a:spcAft>
                <a:spcPts val="0"/>
              </a:spcAft>
              <a:buClr>
                <a:schemeClr val="accent1"/>
              </a:buClr>
              <a:buSzPts val="1400"/>
              <a:buChar char="■"/>
              <a:defRPr>
                <a:solidFill>
                  <a:schemeClr val="accent1"/>
                </a:solidFill>
              </a:defRPr>
            </a:lvl3pPr>
            <a:lvl4pPr marL="1828800" lvl="3" indent="-317500" rtl="0">
              <a:spcBef>
                <a:spcPts val="1600"/>
              </a:spcBef>
              <a:spcAft>
                <a:spcPts val="0"/>
              </a:spcAft>
              <a:buClr>
                <a:schemeClr val="accent1"/>
              </a:buClr>
              <a:buSzPts val="1400"/>
              <a:buChar char="●"/>
              <a:defRPr>
                <a:solidFill>
                  <a:schemeClr val="accent1"/>
                </a:solidFill>
              </a:defRPr>
            </a:lvl4pPr>
            <a:lvl5pPr marL="2286000" lvl="4" indent="-317500" rtl="0">
              <a:spcBef>
                <a:spcPts val="1600"/>
              </a:spcBef>
              <a:spcAft>
                <a:spcPts val="0"/>
              </a:spcAft>
              <a:buClr>
                <a:schemeClr val="accent1"/>
              </a:buClr>
              <a:buSzPts val="1400"/>
              <a:buChar char="○"/>
              <a:defRPr>
                <a:solidFill>
                  <a:schemeClr val="accent1"/>
                </a:solidFill>
              </a:defRPr>
            </a:lvl5pPr>
            <a:lvl6pPr marL="2743200" lvl="5" indent="-317500" rtl="0">
              <a:spcBef>
                <a:spcPts val="1600"/>
              </a:spcBef>
              <a:spcAft>
                <a:spcPts val="0"/>
              </a:spcAft>
              <a:buClr>
                <a:schemeClr val="accent1"/>
              </a:buClr>
              <a:buSzPts val="1400"/>
              <a:buChar char="■"/>
              <a:defRPr>
                <a:solidFill>
                  <a:schemeClr val="accent1"/>
                </a:solidFill>
              </a:defRPr>
            </a:lvl6pPr>
            <a:lvl7pPr marL="3200400" lvl="6" indent="-317500" rtl="0">
              <a:spcBef>
                <a:spcPts val="1600"/>
              </a:spcBef>
              <a:spcAft>
                <a:spcPts val="0"/>
              </a:spcAft>
              <a:buClr>
                <a:schemeClr val="accent1"/>
              </a:buClr>
              <a:buSzPts val="1400"/>
              <a:buChar char="●"/>
              <a:defRPr>
                <a:solidFill>
                  <a:schemeClr val="accent1"/>
                </a:solidFill>
              </a:defRPr>
            </a:lvl7pPr>
            <a:lvl8pPr marL="3657600" lvl="7" indent="-317500" rtl="0">
              <a:spcBef>
                <a:spcPts val="1600"/>
              </a:spcBef>
              <a:spcAft>
                <a:spcPts val="0"/>
              </a:spcAft>
              <a:buClr>
                <a:schemeClr val="accent1"/>
              </a:buClr>
              <a:buSzPts val="1400"/>
              <a:buChar char="○"/>
              <a:defRPr>
                <a:solidFill>
                  <a:schemeClr val="accent1"/>
                </a:solidFill>
              </a:defRPr>
            </a:lvl8pPr>
            <a:lvl9pPr marL="4114800" lvl="8" indent="-317500" rtl="0">
              <a:spcBef>
                <a:spcPts val="1600"/>
              </a:spcBef>
              <a:spcAft>
                <a:spcPts val="1600"/>
              </a:spcAft>
              <a:buClr>
                <a:schemeClr val="accent1"/>
              </a:buClr>
              <a:buSzPts val="1400"/>
              <a:buChar char="■"/>
              <a:defRPr>
                <a:solidFill>
                  <a:schemeClr val="accent1"/>
                </a:solidFill>
              </a:defRPr>
            </a:lvl9pPr>
          </a:lstStyle>
          <a:p>
            <a:endParaRPr/>
          </a:p>
        </p:txBody>
      </p:sp>
      <p:sp>
        <p:nvSpPr>
          <p:cNvPr id="92" name="Google Shape;92;p2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solidFill>
                  <a:schemeClr val="accent1"/>
                </a:solidFill>
              </a:defRPr>
            </a:lvl1pPr>
            <a:lvl2pPr lvl="1" rtl="0">
              <a:buNone/>
              <a:defRPr>
                <a:solidFill>
                  <a:schemeClr val="accent1"/>
                </a:solidFill>
              </a:defRPr>
            </a:lvl2pPr>
            <a:lvl3pPr lvl="2" rtl="0">
              <a:buNone/>
              <a:defRPr>
                <a:solidFill>
                  <a:schemeClr val="accent1"/>
                </a:solidFill>
              </a:defRPr>
            </a:lvl3pPr>
            <a:lvl4pPr lvl="3" rtl="0">
              <a:buNone/>
              <a:defRPr>
                <a:solidFill>
                  <a:schemeClr val="accent1"/>
                </a:solidFill>
              </a:defRPr>
            </a:lvl4pPr>
            <a:lvl5pPr lvl="4" rtl="0">
              <a:buNone/>
              <a:defRPr>
                <a:solidFill>
                  <a:schemeClr val="accent1"/>
                </a:solidFill>
              </a:defRPr>
            </a:lvl5pPr>
            <a:lvl6pPr lvl="5" rtl="0">
              <a:buNone/>
              <a:defRPr>
                <a:solidFill>
                  <a:schemeClr val="accent1"/>
                </a:solidFill>
              </a:defRPr>
            </a:lvl6pPr>
            <a:lvl7pPr lvl="6" rtl="0">
              <a:buNone/>
              <a:defRPr>
                <a:solidFill>
                  <a:schemeClr val="accent1"/>
                </a:solidFill>
              </a:defRPr>
            </a:lvl7pPr>
            <a:lvl8pPr lvl="7" rtl="0">
              <a:buNone/>
              <a:defRPr>
                <a:solidFill>
                  <a:schemeClr val="accent1"/>
                </a:solidFill>
              </a:defRPr>
            </a:lvl8pPr>
            <a:lvl9pPr lvl="8" rtl="0">
              <a:buNone/>
              <a:defRPr>
                <a:solidFill>
                  <a:schemeClr val="accen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93"/>
        <p:cNvGrpSpPr/>
        <p:nvPr/>
      </p:nvGrpSpPr>
      <p:grpSpPr>
        <a:xfrm>
          <a:off x="0" y="0"/>
          <a:ext cx="0" cy="0"/>
          <a:chOff x="0" y="0"/>
          <a:chExt cx="0" cy="0"/>
        </a:xfrm>
      </p:grpSpPr>
      <p:sp>
        <p:nvSpPr>
          <p:cNvPr id="94" name="Google Shape;94;p22"/>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Autofit/>
          </a:bodyPr>
          <a:lstStyle>
            <a:lvl1pPr marL="457200" lvl="0" indent="-228600" rtl="0">
              <a:lnSpc>
                <a:spcPct val="100000"/>
              </a:lnSpc>
              <a:spcBef>
                <a:spcPts val="0"/>
              </a:spcBef>
              <a:spcAft>
                <a:spcPts val="0"/>
              </a:spcAft>
              <a:buSzPts val="1800"/>
              <a:buNone/>
              <a:defRPr/>
            </a:lvl1pPr>
          </a:lstStyle>
          <a:p>
            <a:endParaRPr/>
          </a:p>
        </p:txBody>
      </p:sp>
      <p:sp>
        <p:nvSpPr>
          <p:cNvPr id="95" name="Google Shape;95;p2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96"/>
        <p:cNvGrpSpPr/>
        <p:nvPr/>
      </p:nvGrpSpPr>
      <p:grpSpPr>
        <a:xfrm>
          <a:off x="0" y="0"/>
          <a:ext cx="0" cy="0"/>
          <a:chOff x="0" y="0"/>
          <a:chExt cx="0" cy="0"/>
        </a:xfrm>
      </p:grpSpPr>
      <p:sp>
        <p:nvSpPr>
          <p:cNvPr id="97" name="Google Shape;97;p23"/>
          <p:cNvSpPr txBox="1">
            <a:spLocks noGrp="1"/>
          </p:cNvSpPr>
          <p:nvPr>
            <p:ph type="title" hasCustomPrompt="1"/>
          </p:nvPr>
        </p:nvSpPr>
        <p:spPr>
          <a:xfrm>
            <a:off x="311700" y="1039650"/>
            <a:ext cx="8520600" cy="21063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14000"/>
              <a:buNone/>
              <a:defRPr sz="14000" b="1"/>
            </a:lvl1pPr>
            <a:lvl2pPr lvl="1" algn="ctr" rtl="0">
              <a:spcBef>
                <a:spcPts val="0"/>
              </a:spcBef>
              <a:spcAft>
                <a:spcPts val="0"/>
              </a:spcAft>
              <a:buSzPts val="14000"/>
              <a:buNone/>
              <a:defRPr sz="14000" b="1"/>
            </a:lvl2pPr>
            <a:lvl3pPr lvl="2" algn="ctr" rtl="0">
              <a:spcBef>
                <a:spcPts val="0"/>
              </a:spcBef>
              <a:spcAft>
                <a:spcPts val="0"/>
              </a:spcAft>
              <a:buSzPts val="14000"/>
              <a:buNone/>
              <a:defRPr sz="14000" b="1"/>
            </a:lvl3pPr>
            <a:lvl4pPr lvl="3" algn="ctr" rtl="0">
              <a:spcBef>
                <a:spcPts val="0"/>
              </a:spcBef>
              <a:spcAft>
                <a:spcPts val="0"/>
              </a:spcAft>
              <a:buSzPts val="14000"/>
              <a:buNone/>
              <a:defRPr sz="14000" b="1"/>
            </a:lvl4pPr>
            <a:lvl5pPr lvl="4" algn="ctr" rtl="0">
              <a:spcBef>
                <a:spcPts val="0"/>
              </a:spcBef>
              <a:spcAft>
                <a:spcPts val="0"/>
              </a:spcAft>
              <a:buSzPts val="14000"/>
              <a:buNone/>
              <a:defRPr sz="14000" b="1"/>
            </a:lvl5pPr>
            <a:lvl6pPr lvl="5" algn="ctr" rtl="0">
              <a:spcBef>
                <a:spcPts val="0"/>
              </a:spcBef>
              <a:spcAft>
                <a:spcPts val="0"/>
              </a:spcAft>
              <a:buSzPts val="14000"/>
              <a:buNone/>
              <a:defRPr sz="14000" b="1"/>
            </a:lvl6pPr>
            <a:lvl7pPr lvl="6" algn="ctr" rtl="0">
              <a:spcBef>
                <a:spcPts val="0"/>
              </a:spcBef>
              <a:spcAft>
                <a:spcPts val="0"/>
              </a:spcAft>
              <a:buSzPts val="14000"/>
              <a:buNone/>
              <a:defRPr sz="14000" b="1"/>
            </a:lvl7pPr>
            <a:lvl8pPr lvl="7" algn="ctr" rtl="0">
              <a:spcBef>
                <a:spcPts val="0"/>
              </a:spcBef>
              <a:spcAft>
                <a:spcPts val="0"/>
              </a:spcAft>
              <a:buSzPts val="14000"/>
              <a:buNone/>
              <a:defRPr sz="14000" b="1"/>
            </a:lvl8pPr>
            <a:lvl9pPr lvl="8" algn="ctr" rtl="0">
              <a:spcBef>
                <a:spcPts val="0"/>
              </a:spcBef>
              <a:spcAft>
                <a:spcPts val="0"/>
              </a:spcAft>
              <a:buSzPts val="14000"/>
              <a:buNone/>
              <a:defRPr sz="14000" b="1"/>
            </a:lvl9pPr>
          </a:lstStyle>
          <a:p>
            <a:r>
              <a:t>xx%</a:t>
            </a:r>
          </a:p>
        </p:txBody>
      </p:sp>
      <p:sp>
        <p:nvSpPr>
          <p:cNvPr id="98" name="Google Shape;98;p23"/>
          <p:cNvSpPr txBox="1">
            <a:spLocks noGrp="1"/>
          </p:cNvSpPr>
          <p:nvPr>
            <p:ph type="body" idx="1"/>
          </p:nvPr>
        </p:nvSpPr>
        <p:spPr>
          <a:xfrm>
            <a:off x="311700" y="3228425"/>
            <a:ext cx="8520600" cy="1300800"/>
          </a:xfrm>
          <a:prstGeom prst="rect">
            <a:avLst/>
          </a:prstGeom>
        </p:spPr>
        <p:txBody>
          <a:bodyPr spcFirstLastPara="1" wrap="square" lIns="91425" tIns="91425" rIns="91425" bIns="91425" anchor="t" anchorCtr="0">
            <a:noAutofit/>
          </a:bodyPr>
          <a:lstStyle>
            <a:lvl1pPr marL="457200" lvl="0" indent="-342900" algn="ctr" rtl="0">
              <a:spcBef>
                <a:spcPts val="0"/>
              </a:spcBef>
              <a:spcAft>
                <a:spcPts val="0"/>
              </a:spcAft>
              <a:buSzPts val="1800"/>
              <a:buChar char="●"/>
              <a:defRPr/>
            </a:lvl1pPr>
            <a:lvl2pPr marL="914400" lvl="1" indent="-317500" algn="ctr" rtl="0">
              <a:spcBef>
                <a:spcPts val="1600"/>
              </a:spcBef>
              <a:spcAft>
                <a:spcPts val="0"/>
              </a:spcAft>
              <a:buSzPts val="1400"/>
              <a:buChar char="○"/>
              <a:defRPr/>
            </a:lvl2pPr>
            <a:lvl3pPr marL="1371600" lvl="2" indent="-317500" algn="ctr" rtl="0">
              <a:spcBef>
                <a:spcPts val="1600"/>
              </a:spcBef>
              <a:spcAft>
                <a:spcPts val="0"/>
              </a:spcAft>
              <a:buSzPts val="1400"/>
              <a:buChar char="■"/>
              <a:defRPr/>
            </a:lvl3pPr>
            <a:lvl4pPr marL="1828800" lvl="3" indent="-317500" algn="ctr" rtl="0">
              <a:spcBef>
                <a:spcPts val="1600"/>
              </a:spcBef>
              <a:spcAft>
                <a:spcPts val="0"/>
              </a:spcAft>
              <a:buSzPts val="1400"/>
              <a:buChar char="●"/>
              <a:defRPr/>
            </a:lvl4pPr>
            <a:lvl5pPr marL="2286000" lvl="4" indent="-317500" algn="ctr" rtl="0">
              <a:spcBef>
                <a:spcPts val="1600"/>
              </a:spcBef>
              <a:spcAft>
                <a:spcPts val="0"/>
              </a:spcAft>
              <a:buSzPts val="1400"/>
              <a:buChar char="○"/>
              <a:defRPr/>
            </a:lvl5pPr>
            <a:lvl6pPr marL="2743200" lvl="5" indent="-317500" algn="ctr" rtl="0">
              <a:spcBef>
                <a:spcPts val="1600"/>
              </a:spcBef>
              <a:spcAft>
                <a:spcPts val="0"/>
              </a:spcAft>
              <a:buSzPts val="1400"/>
              <a:buChar char="■"/>
              <a:defRPr/>
            </a:lvl6pPr>
            <a:lvl7pPr marL="3200400" lvl="6" indent="-317500" algn="ctr" rtl="0">
              <a:spcBef>
                <a:spcPts val="1600"/>
              </a:spcBef>
              <a:spcAft>
                <a:spcPts val="0"/>
              </a:spcAft>
              <a:buSzPts val="1400"/>
              <a:buChar char="●"/>
              <a:defRPr/>
            </a:lvl7pPr>
            <a:lvl8pPr marL="3657600" lvl="7" indent="-317500" algn="ctr" rtl="0">
              <a:spcBef>
                <a:spcPts val="1600"/>
              </a:spcBef>
              <a:spcAft>
                <a:spcPts val="0"/>
              </a:spcAft>
              <a:buSzPts val="1400"/>
              <a:buChar char="○"/>
              <a:defRPr/>
            </a:lvl8pPr>
            <a:lvl9pPr marL="4114800" lvl="8" indent="-317500" algn="ctr" rtl="0">
              <a:spcBef>
                <a:spcPts val="1600"/>
              </a:spcBef>
              <a:spcAft>
                <a:spcPts val="1600"/>
              </a:spcAft>
              <a:buSzPts val="1400"/>
              <a:buChar char="■"/>
              <a:defRPr/>
            </a:lvl9pPr>
          </a:lstStyle>
          <a:p>
            <a:endParaRPr/>
          </a:p>
        </p:txBody>
      </p:sp>
      <p:sp>
        <p:nvSpPr>
          <p:cNvPr id="99" name="Google Shape;99;p2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00"/>
        <p:cNvGrpSpPr/>
        <p:nvPr/>
      </p:nvGrpSpPr>
      <p:grpSpPr>
        <a:xfrm>
          <a:off x="0" y="0"/>
          <a:ext cx="0" cy="0"/>
          <a:chOff x="0" y="0"/>
          <a:chExt cx="0" cy="0"/>
        </a:xfrm>
      </p:grpSpPr>
      <p:sp>
        <p:nvSpPr>
          <p:cNvPr id="101" name="Google Shape;101;p2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02"/>
        <p:cNvGrpSpPr/>
        <p:nvPr/>
      </p:nvGrpSpPr>
      <p:grpSpPr>
        <a:xfrm>
          <a:off x="0" y="0"/>
          <a:ext cx="0" cy="0"/>
          <a:chOff x="0" y="0"/>
          <a:chExt cx="0" cy="0"/>
        </a:xfrm>
      </p:grpSpPr>
      <p:sp>
        <p:nvSpPr>
          <p:cNvPr id="103" name="Google Shape;103;p25"/>
          <p:cNvSpPr txBox="1">
            <a:spLocks noGrp="1"/>
          </p:cNvSpPr>
          <p:nvPr>
            <p:ph type="title"/>
          </p:nvPr>
        </p:nvSpPr>
        <p:spPr>
          <a:xfrm>
            <a:off x="1435608" y="205978"/>
            <a:ext cx="7498200" cy="857400"/>
          </a:xfrm>
          <a:prstGeom prst="rect">
            <a:avLst/>
          </a:prstGeom>
          <a:noFill/>
          <a:ln>
            <a:noFill/>
          </a:ln>
        </p:spPr>
        <p:txBody>
          <a:bodyPr spcFirstLastPara="1" wrap="square" lIns="91425" tIns="45700" rIns="91425" bIns="45700" anchor="ctr" anchorCtr="0">
            <a:normAutofit/>
          </a:bodyPr>
          <a:lstStyle>
            <a:lvl1pPr lvl="0" algn="l" rtl="0">
              <a:spcBef>
                <a:spcPts val="0"/>
              </a:spcBef>
              <a:spcAft>
                <a:spcPts val="0"/>
              </a:spcAft>
              <a:buClr>
                <a:srgbClr val="562214"/>
              </a:buClr>
              <a:buSzPts val="18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104" name="Google Shape;104;p25"/>
          <p:cNvSpPr txBox="1">
            <a:spLocks noGrp="1"/>
          </p:cNvSpPr>
          <p:nvPr>
            <p:ph type="body" idx="1"/>
          </p:nvPr>
        </p:nvSpPr>
        <p:spPr>
          <a:xfrm>
            <a:off x="1435608" y="1085850"/>
            <a:ext cx="7498200" cy="3600600"/>
          </a:xfrm>
          <a:prstGeom prst="rect">
            <a:avLst/>
          </a:prstGeom>
          <a:noFill/>
          <a:ln>
            <a:noFill/>
          </a:ln>
        </p:spPr>
        <p:txBody>
          <a:bodyPr spcFirstLastPara="1" wrap="square" lIns="91425" tIns="45700" rIns="91425" bIns="45700" anchor="t" anchorCtr="0">
            <a:normAutofit/>
          </a:bodyPr>
          <a:lstStyle>
            <a:lvl1pPr marL="457200" lvl="0" indent="-320040" algn="l" rtl="0">
              <a:lnSpc>
                <a:spcPct val="100000"/>
              </a:lnSpc>
              <a:spcBef>
                <a:spcPts val="600"/>
              </a:spcBef>
              <a:spcAft>
                <a:spcPts val="0"/>
              </a:spcAft>
              <a:buSzPts val="1440"/>
              <a:buChar char="●"/>
              <a:defRPr/>
            </a:lvl1pPr>
            <a:lvl2pPr marL="914400" lvl="1" indent="-342900" algn="l" rtl="0">
              <a:lnSpc>
                <a:spcPct val="100000"/>
              </a:lnSpc>
              <a:spcBef>
                <a:spcPts val="1600"/>
              </a:spcBef>
              <a:spcAft>
                <a:spcPts val="0"/>
              </a:spcAft>
              <a:buSzPts val="1800"/>
              <a:buChar char="○"/>
              <a:defRPr/>
            </a:lvl2pPr>
            <a:lvl3pPr marL="1371600" lvl="2" indent="-342900" algn="l" rtl="0">
              <a:lnSpc>
                <a:spcPct val="100000"/>
              </a:lnSpc>
              <a:spcBef>
                <a:spcPts val="1600"/>
              </a:spcBef>
              <a:spcAft>
                <a:spcPts val="0"/>
              </a:spcAft>
              <a:buSzPts val="1800"/>
              <a:buChar char="■"/>
              <a:defRPr/>
            </a:lvl3pPr>
            <a:lvl4pPr marL="1828800" lvl="3" indent="-342900" algn="l" rtl="0">
              <a:lnSpc>
                <a:spcPct val="100000"/>
              </a:lnSpc>
              <a:spcBef>
                <a:spcPts val="1600"/>
              </a:spcBef>
              <a:spcAft>
                <a:spcPts val="0"/>
              </a:spcAft>
              <a:buSzPts val="1800"/>
              <a:buChar char="●"/>
              <a:defRPr/>
            </a:lvl4pPr>
            <a:lvl5pPr marL="2286000" lvl="4" indent="-342900" algn="l" rtl="0">
              <a:lnSpc>
                <a:spcPct val="100000"/>
              </a:lnSpc>
              <a:spcBef>
                <a:spcPts val="1600"/>
              </a:spcBef>
              <a:spcAft>
                <a:spcPts val="0"/>
              </a:spcAft>
              <a:buSzPts val="1800"/>
              <a:buChar char="○"/>
              <a:defRPr/>
            </a:lvl5pPr>
            <a:lvl6pPr marL="2743200" lvl="5" indent="-342900" algn="l" rtl="0">
              <a:lnSpc>
                <a:spcPct val="100000"/>
              </a:lnSpc>
              <a:spcBef>
                <a:spcPts val="1600"/>
              </a:spcBef>
              <a:spcAft>
                <a:spcPts val="0"/>
              </a:spcAft>
              <a:buSzPts val="1800"/>
              <a:buChar char="■"/>
              <a:defRPr/>
            </a:lvl6pPr>
            <a:lvl7pPr marL="3200400" lvl="6" indent="-342900" algn="l" rtl="0">
              <a:lnSpc>
                <a:spcPct val="100000"/>
              </a:lnSpc>
              <a:spcBef>
                <a:spcPts val="1600"/>
              </a:spcBef>
              <a:spcAft>
                <a:spcPts val="0"/>
              </a:spcAft>
              <a:buSzPts val="1800"/>
              <a:buChar char="●"/>
              <a:defRPr/>
            </a:lvl7pPr>
            <a:lvl8pPr marL="3657600" lvl="7" indent="-342900" algn="l" rtl="0">
              <a:lnSpc>
                <a:spcPct val="100000"/>
              </a:lnSpc>
              <a:spcBef>
                <a:spcPts val="1600"/>
              </a:spcBef>
              <a:spcAft>
                <a:spcPts val="0"/>
              </a:spcAft>
              <a:buSzPts val="1800"/>
              <a:buChar char="○"/>
              <a:defRPr/>
            </a:lvl8pPr>
            <a:lvl9pPr marL="4114800" lvl="8" indent="-342900" algn="l" rtl="0">
              <a:lnSpc>
                <a:spcPct val="100000"/>
              </a:lnSpc>
              <a:spcBef>
                <a:spcPts val="1600"/>
              </a:spcBef>
              <a:spcAft>
                <a:spcPts val="1600"/>
              </a:spcAft>
              <a:buSzPts val="1800"/>
              <a:buChar char="■"/>
              <a:defRPr/>
            </a:lvl9pPr>
          </a:lstStyle>
          <a:p>
            <a:endParaRPr/>
          </a:p>
        </p:txBody>
      </p:sp>
      <p:sp>
        <p:nvSpPr>
          <p:cNvPr id="105" name="Google Shape;105;p25"/>
          <p:cNvSpPr txBox="1">
            <a:spLocks noGrp="1"/>
          </p:cNvSpPr>
          <p:nvPr>
            <p:ph type="dt" idx="10"/>
          </p:nvPr>
        </p:nvSpPr>
        <p:spPr>
          <a:xfrm>
            <a:off x="3581400" y="4729163"/>
            <a:ext cx="2133600" cy="357300"/>
          </a:xfrm>
          <a:prstGeom prst="rect">
            <a:avLst/>
          </a:prstGeom>
          <a:noFill/>
          <a:ln>
            <a:noFill/>
          </a:ln>
        </p:spPr>
        <p:txBody>
          <a:bodyPr spcFirstLastPara="1" wrap="square" lIns="91425" tIns="45700" rIns="91425" bIns="45700" anchor="b" anchorCtr="0">
            <a:noAutofit/>
          </a:bodyPr>
          <a:lstStyle>
            <a:lvl1pPr lvl="0" algn="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06" name="Google Shape;106;p25"/>
          <p:cNvSpPr txBox="1">
            <a:spLocks noGrp="1"/>
          </p:cNvSpPr>
          <p:nvPr>
            <p:ph type="ftr" idx="11"/>
          </p:nvPr>
        </p:nvSpPr>
        <p:spPr>
          <a:xfrm>
            <a:off x="5715000" y="4729163"/>
            <a:ext cx="2895600" cy="3573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07" name="Google Shape;107;p25"/>
          <p:cNvSpPr txBox="1">
            <a:spLocks noGrp="1"/>
          </p:cNvSpPr>
          <p:nvPr>
            <p:ph type="sldNum" idx="12"/>
          </p:nvPr>
        </p:nvSpPr>
        <p:spPr>
          <a:xfrm>
            <a:off x="8613648" y="4729163"/>
            <a:ext cx="457200" cy="357300"/>
          </a:xfrm>
          <a:prstGeom prst="rect">
            <a:avLst/>
          </a:prstGeom>
          <a:noFill/>
          <a:ln>
            <a:noFill/>
          </a:ln>
        </p:spPr>
        <p:txBody>
          <a:bodyPr spcFirstLastPara="1" wrap="square" lIns="91425" tIns="45700" rIns="91425" bIns="45700" anchor="b" anchorCtr="0">
            <a:noAutofit/>
          </a:bodyPr>
          <a:lstStyle>
            <a:lvl1pPr marL="0" lvl="0" indent="0" algn="ctr" rtl="0">
              <a:spcBef>
                <a:spcPts val="0"/>
              </a:spcBef>
              <a:buNone/>
              <a:defRPr/>
            </a:lvl1pPr>
            <a:lvl2pPr marL="0" lvl="1" indent="0" algn="ctr" rtl="0">
              <a:spcBef>
                <a:spcPts val="0"/>
              </a:spcBef>
              <a:buNone/>
              <a:defRPr/>
            </a:lvl2pPr>
            <a:lvl3pPr marL="0" lvl="2" indent="0" algn="ctr" rtl="0">
              <a:spcBef>
                <a:spcPts val="0"/>
              </a:spcBef>
              <a:buNone/>
              <a:defRPr/>
            </a:lvl3pPr>
            <a:lvl4pPr marL="0" lvl="3" indent="0" algn="ctr" rtl="0">
              <a:spcBef>
                <a:spcPts val="0"/>
              </a:spcBef>
              <a:buNone/>
              <a:defRPr/>
            </a:lvl4pPr>
            <a:lvl5pPr marL="0" lvl="4" indent="0" algn="ctr" rtl="0">
              <a:spcBef>
                <a:spcPts val="0"/>
              </a:spcBef>
              <a:buNone/>
              <a:defRPr/>
            </a:lvl5pPr>
            <a:lvl6pPr marL="0" lvl="5" indent="0" algn="ctr" rtl="0">
              <a:spcBef>
                <a:spcPts val="0"/>
              </a:spcBef>
              <a:buNone/>
              <a:defRPr/>
            </a:lvl6pPr>
            <a:lvl7pPr marL="0" lvl="6" indent="0" algn="ctr" rtl="0">
              <a:spcBef>
                <a:spcPts val="0"/>
              </a:spcBef>
              <a:buNone/>
              <a:defRPr/>
            </a:lvl7pPr>
            <a:lvl8pPr marL="0" lvl="7" indent="0" algn="ctr" rtl="0">
              <a:spcBef>
                <a:spcPts val="0"/>
              </a:spcBef>
              <a:buNone/>
              <a:defRPr/>
            </a:lvl8pPr>
            <a:lvl9pPr marL="0" lvl="8" indent="0" algn="ctr" rtl="0">
              <a:spcBef>
                <a:spcPts val="0"/>
              </a:spcBef>
              <a:buNone/>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theme" Target="../theme/theme2.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beach-day">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292850"/>
            <a:ext cx="8520600" cy="8010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accent1"/>
              </a:buClr>
              <a:buSzPts val="4200"/>
              <a:buFont typeface="Amatic SC"/>
              <a:buNone/>
              <a:defRPr sz="4200" b="1">
                <a:solidFill>
                  <a:schemeClr val="accent1"/>
                </a:solidFill>
                <a:latin typeface="Amatic SC"/>
                <a:ea typeface="Amatic SC"/>
                <a:cs typeface="Amatic SC"/>
                <a:sym typeface="Amatic SC"/>
              </a:defRPr>
            </a:lvl1pPr>
            <a:lvl2pPr lvl="1">
              <a:spcBef>
                <a:spcPts val="0"/>
              </a:spcBef>
              <a:spcAft>
                <a:spcPts val="0"/>
              </a:spcAft>
              <a:buClr>
                <a:schemeClr val="accent1"/>
              </a:buClr>
              <a:buSzPts val="4200"/>
              <a:buFont typeface="Amatic SC"/>
              <a:buNone/>
              <a:defRPr sz="4200" b="1">
                <a:solidFill>
                  <a:schemeClr val="accent1"/>
                </a:solidFill>
                <a:latin typeface="Amatic SC"/>
                <a:ea typeface="Amatic SC"/>
                <a:cs typeface="Amatic SC"/>
                <a:sym typeface="Amatic SC"/>
              </a:defRPr>
            </a:lvl2pPr>
            <a:lvl3pPr lvl="2">
              <a:spcBef>
                <a:spcPts val="0"/>
              </a:spcBef>
              <a:spcAft>
                <a:spcPts val="0"/>
              </a:spcAft>
              <a:buClr>
                <a:schemeClr val="accent1"/>
              </a:buClr>
              <a:buSzPts val="4200"/>
              <a:buFont typeface="Amatic SC"/>
              <a:buNone/>
              <a:defRPr sz="4200" b="1">
                <a:solidFill>
                  <a:schemeClr val="accent1"/>
                </a:solidFill>
                <a:latin typeface="Amatic SC"/>
                <a:ea typeface="Amatic SC"/>
                <a:cs typeface="Amatic SC"/>
                <a:sym typeface="Amatic SC"/>
              </a:defRPr>
            </a:lvl3pPr>
            <a:lvl4pPr lvl="3">
              <a:spcBef>
                <a:spcPts val="0"/>
              </a:spcBef>
              <a:spcAft>
                <a:spcPts val="0"/>
              </a:spcAft>
              <a:buClr>
                <a:schemeClr val="accent1"/>
              </a:buClr>
              <a:buSzPts val="4200"/>
              <a:buFont typeface="Amatic SC"/>
              <a:buNone/>
              <a:defRPr sz="4200" b="1">
                <a:solidFill>
                  <a:schemeClr val="accent1"/>
                </a:solidFill>
                <a:latin typeface="Amatic SC"/>
                <a:ea typeface="Amatic SC"/>
                <a:cs typeface="Amatic SC"/>
                <a:sym typeface="Amatic SC"/>
              </a:defRPr>
            </a:lvl4pPr>
            <a:lvl5pPr lvl="4">
              <a:spcBef>
                <a:spcPts val="0"/>
              </a:spcBef>
              <a:spcAft>
                <a:spcPts val="0"/>
              </a:spcAft>
              <a:buClr>
                <a:schemeClr val="accent1"/>
              </a:buClr>
              <a:buSzPts val="4200"/>
              <a:buFont typeface="Amatic SC"/>
              <a:buNone/>
              <a:defRPr sz="4200" b="1">
                <a:solidFill>
                  <a:schemeClr val="accent1"/>
                </a:solidFill>
                <a:latin typeface="Amatic SC"/>
                <a:ea typeface="Amatic SC"/>
                <a:cs typeface="Amatic SC"/>
                <a:sym typeface="Amatic SC"/>
              </a:defRPr>
            </a:lvl5pPr>
            <a:lvl6pPr lvl="5">
              <a:spcBef>
                <a:spcPts val="0"/>
              </a:spcBef>
              <a:spcAft>
                <a:spcPts val="0"/>
              </a:spcAft>
              <a:buClr>
                <a:schemeClr val="accent1"/>
              </a:buClr>
              <a:buSzPts val="4200"/>
              <a:buFont typeface="Amatic SC"/>
              <a:buNone/>
              <a:defRPr sz="4200" b="1">
                <a:solidFill>
                  <a:schemeClr val="accent1"/>
                </a:solidFill>
                <a:latin typeface="Amatic SC"/>
                <a:ea typeface="Amatic SC"/>
                <a:cs typeface="Amatic SC"/>
                <a:sym typeface="Amatic SC"/>
              </a:defRPr>
            </a:lvl6pPr>
            <a:lvl7pPr lvl="6">
              <a:spcBef>
                <a:spcPts val="0"/>
              </a:spcBef>
              <a:spcAft>
                <a:spcPts val="0"/>
              </a:spcAft>
              <a:buClr>
                <a:schemeClr val="accent1"/>
              </a:buClr>
              <a:buSzPts val="4200"/>
              <a:buFont typeface="Amatic SC"/>
              <a:buNone/>
              <a:defRPr sz="4200" b="1">
                <a:solidFill>
                  <a:schemeClr val="accent1"/>
                </a:solidFill>
                <a:latin typeface="Amatic SC"/>
                <a:ea typeface="Amatic SC"/>
                <a:cs typeface="Amatic SC"/>
                <a:sym typeface="Amatic SC"/>
              </a:defRPr>
            </a:lvl7pPr>
            <a:lvl8pPr lvl="7">
              <a:spcBef>
                <a:spcPts val="0"/>
              </a:spcBef>
              <a:spcAft>
                <a:spcPts val="0"/>
              </a:spcAft>
              <a:buClr>
                <a:schemeClr val="accent1"/>
              </a:buClr>
              <a:buSzPts val="4200"/>
              <a:buFont typeface="Amatic SC"/>
              <a:buNone/>
              <a:defRPr sz="4200" b="1">
                <a:solidFill>
                  <a:schemeClr val="accent1"/>
                </a:solidFill>
                <a:latin typeface="Amatic SC"/>
                <a:ea typeface="Amatic SC"/>
                <a:cs typeface="Amatic SC"/>
                <a:sym typeface="Amatic SC"/>
              </a:defRPr>
            </a:lvl8pPr>
            <a:lvl9pPr lvl="8">
              <a:spcBef>
                <a:spcPts val="0"/>
              </a:spcBef>
              <a:spcAft>
                <a:spcPts val="0"/>
              </a:spcAft>
              <a:buClr>
                <a:schemeClr val="accent1"/>
              </a:buClr>
              <a:buSzPts val="4200"/>
              <a:buFont typeface="Amatic SC"/>
              <a:buNone/>
              <a:defRPr sz="4200" b="1">
                <a:solidFill>
                  <a:schemeClr val="accent1"/>
                </a:solidFill>
                <a:latin typeface="Amatic SC"/>
                <a:ea typeface="Amatic SC"/>
                <a:cs typeface="Amatic SC"/>
                <a:sym typeface="Amatic SC"/>
              </a:defRPr>
            </a:lvl9pPr>
          </a:lstStyle>
          <a:p>
            <a:endParaRPr/>
          </a:p>
        </p:txBody>
      </p:sp>
      <p:sp>
        <p:nvSpPr>
          <p:cNvPr id="7" name="Google Shape;7;p1"/>
          <p:cNvSpPr txBox="1">
            <a:spLocks noGrp="1"/>
          </p:cNvSpPr>
          <p:nvPr>
            <p:ph type="body" idx="1"/>
          </p:nvPr>
        </p:nvSpPr>
        <p:spPr>
          <a:xfrm>
            <a:off x="311700" y="1228675"/>
            <a:ext cx="8520600" cy="3340200"/>
          </a:xfrm>
          <a:prstGeom prst="rect">
            <a:avLst/>
          </a:prstGeom>
          <a:noFill/>
          <a:ln>
            <a:noFill/>
          </a:ln>
        </p:spPr>
        <p:txBody>
          <a:bodyPr spcFirstLastPara="1" wrap="square" lIns="91425" tIns="91425" rIns="91425" bIns="91425" anchor="t" anchorCtr="0">
            <a:noAutofit/>
          </a:bodyPr>
          <a:lstStyle>
            <a:lvl1pPr marL="457200" lvl="0" indent="-342900">
              <a:lnSpc>
                <a:spcPct val="115000"/>
              </a:lnSpc>
              <a:spcBef>
                <a:spcPts val="0"/>
              </a:spcBef>
              <a:spcAft>
                <a:spcPts val="0"/>
              </a:spcAft>
              <a:buClr>
                <a:schemeClr val="dk2"/>
              </a:buClr>
              <a:buSzPts val="1800"/>
              <a:buFont typeface="Source Code Pro"/>
              <a:buChar char="●"/>
              <a:defRPr sz="1800">
                <a:solidFill>
                  <a:schemeClr val="dk2"/>
                </a:solidFill>
                <a:latin typeface="Source Code Pro"/>
                <a:ea typeface="Source Code Pro"/>
                <a:cs typeface="Source Code Pro"/>
                <a:sym typeface="Source Code Pro"/>
              </a:defRPr>
            </a:lvl1pPr>
            <a:lvl2pPr marL="914400" lvl="1" indent="-317500">
              <a:lnSpc>
                <a:spcPct val="115000"/>
              </a:lnSpc>
              <a:spcBef>
                <a:spcPts val="160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2pPr>
            <a:lvl3pPr marL="1371600" lvl="2" indent="-317500">
              <a:lnSpc>
                <a:spcPct val="115000"/>
              </a:lnSpc>
              <a:spcBef>
                <a:spcPts val="160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3pPr>
            <a:lvl4pPr marL="1828800" lvl="3" indent="-317500">
              <a:lnSpc>
                <a:spcPct val="115000"/>
              </a:lnSpc>
              <a:spcBef>
                <a:spcPts val="160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4pPr>
            <a:lvl5pPr marL="2286000" lvl="4" indent="-317500">
              <a:lnSpc>
                <a:spcPct val="115000"/>
              </a:lnSpc>
              <a:spcBef>
                <a:spcPts val="160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5pPr>
            <a:lvl6pPr marL="2743200" lvl="5" indent="-317500">
              <a:lnSpc>
                <a:spcPct val="115000"/>
              </a:lnSpc>
              <a:spcBef>
                <a:spcPts val="160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6pPr>
            <a:lvl7pPr marL="3200400" lvl="6" indent="-317500">
              <a:lnSpc>
                <a:spcPct val="115000"/>
              </a:lnSpc>
              <a:spcBef>
                <a:spcPts val="160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7pPr>
            <a:lvl8pPr marL="3657600" lvl="7" indent="-317500">
              <a:lnSpc>
                <a:spcPct val="115000"/>
              </a:lnSpc>
              <a:spcBef>
                <a:spcPts val="160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8pPr>
            <a:lvl9pPr marL="4114800" lvl="8" indent="-317500">
              <a:lnSpc>
                <a:spcPct val="115000"/>
              </a:lnSpc>
              <a:spcBef>
                <a:spcPts val="1600"/>
              </a:spcBef>
              <a:spcAft>
                <a:spcPts val="160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lgn="r">
              <a:buNone/>
              <a:defRPr sz="1000">
                <a:solidFill>
                  <a:schemeClr val="accent1"/>
                </a:solidFill>
                <a:latin typeface="Source Code Pro"/>
                <a:ea typeface="Source Code Pro"/>
                <a:cs typeface="Source Code Pro"/>
                <a:sym typeface="Source Code Pro"/>
              </a:defRPr>
            </a:lvl1pPr>
            <a:lvl2pPr lvl="1" algn="r">
              <a:buNone/>
              <a:defRPr sz="1000">
                <a:solidFill>
                  <a:schemeClr val="accent1"/>
                </a:solidFill>
                <a:latin typeface="Source Code Pro"/>
                <a:ea typeface="Source Code Pro"/>
                <a:cs typeface="Source Code Pro"/>
                <a:sym typeface="Source Code Pro"/>
              </a:defRPr>
            </a:lvl2pPr>
            <a:lvl3pPr lvl="2" algn="r">
              <a:buNone/>
              <a:defRPr sz="1000">
                <a:solidFill>
                  <a:schemeClr val="accent1"/>
                </a:solidFill>
                <a:latin typeface="Source Code Pro"/>
                <a:ea typeface="Source Code Pro"/>
                <a:cs typeface="Source Code Pro"/>
                <a:sym typeface="Source Code Pro"/>
              </a:defRPr>
            </a:lvl3pPr>
            <a:lvl4pPr lvl="3" algn="r">
              <a:buNone/>
              <a:defRPr sz="1000">
                <a:solidFill>
                  <a:schemeClr val="accent1"/>
                </a:solidFill>
                <a:latin typeface="Source Code Pro"/>
                <a:ea typeface="Source Code Pro"/>
                <a:cs typeface="Source Code Pro"/>
                <a:sym typeface="Source Code Pro"/>
              </a:defRPr>
            </a:lvl4pPr>
            <a:lvl5pPr lvl="4" algn="r">
              <a:buNone/>
              <a:defRPr sz="1000">
                <a:solidFill>
                  <a:schemeClr val="accent1"/>
                </a:solidFill>
                <a:latin typeface="Source Code Pro"/>
                <a:ea typeface="Source Code Pro"/>
                <a:cs typeface="Source Code Pro"/>
                <a:sym typeface="Source Code Pro"/>
              </a:defRPr>
            </a:lvl5pPr>
            <a:lvl6pPr lvl="5" algn="r">
              <a:buNone/>
              <a:defRPr sz="1000">
                <a:solidFill>
                  <a:schemeClr val="accent1"/>
                </a:solidFill>
                <a:latin typeface="Source Code Pro"/>
                <a:ea typeface="Source Code Pro"/>
                <a:cs typeface="Source Code Pro"/>
                <a:sym typeface="Source Code Pro"/>
              </a:defRPr>
            </a:lvl6pPr>
            <a:lvl7pPr lvl="6" algn="r">
              <a:buNone/>
              <a:defRPr sz="1000">
                <a:solidFill>
                  <a:schemeClr val="accent1"/>
                </a:solidFill>
                <a:latin typeface="Source Code Pro"/>
                <a:ea typeface="Source Code Pro"/>
                <a:cs typeface="Source Code Pro"/>
                <a:sym typeface="Source Code Pro"/>
              </a:defRPr>
            </a:lvl7pPr>
            <a:lvl8pPr lvl="7" algn="r">
              <a:buNone/>
              <a:defRPr sz="1000">
                <a:solidFill>
                  <a:schemeClr val="accent1"/>
                </a:solidFill>
                <a:latin typeface="Source Code Pro"/>
                <a:ea typeface="Source Code Pro"/>
                <a:cs typeface="Source Code Pro"/>
                <a:sym typeface="Source Code Pro"/>
              </a:defRPr>
            </a:lvl8pPr>
            <a:lvl9pPr lvl="8" algn="r">
              <a:buNone/>
              <a:defRPr sz="1000">
                <a:solidFill>
                  <a:schemeClr val="accent1"/>
                </a:solidFill>
                <a:latin typeface="Source Code Pro"/>
                <a:ea typeface="Source Code Pro"/>
                <a:cs typeface="Source Code Pro"/>
                <a:sym typeface="Source Code Pro"/>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paperback">
    <p:bg>
      <p:bgPr>
        <a:solidFill>
          <a:schemeClr val="accent1"/>
        </a:solidFill>
        <a:effectLst/>
      </p:bgPr>
    </p:bg>
    <p:spTree>
      <p:nvGrpSpPr>
        <p:cNvPr id="1" name="Shape 52"/>
        <p:cNvGrpSpPr/>
        <p:nvPr/>
      </p:nvGrpSpPr>
      <p:grpSpPr>
        <a:xfrm>
          <a:off x="0" y="0"/>
          <a:ext cx="0" cy="0"/>
          <a:chOff x="0" y="0"/>
          <a:chExt cx="0" cy="0"/>
        </a:xfrm>
      </p:grpSpPr>
      <p:sp>
        <p:nvSpPr>
          <p:cNvPr id="53" name="Google Shape;53;p13"/>
          <p:cNvSpPr txBox="1">
            <a:spLocks noGrp="1"/>
          </p:cNvSpPr>
          <p:nvPr>
            <p:ph type="title"/>
          </p:nvPr>
        </p:nvSpPr>
        <p:spPr>
          <a:xfrm>
            <a:off x="311700" y="445025"/>
            <a:ext cx="8520600" cy="6132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1pPr>
            <a:lvl2pPr lvl="1" rtl="0">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2pPr>
            <a:lvl3pPr lvl="2" rtl="0">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3pPr>
            <a:lvl4pPr lvl="3" rtl="0">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4pPr>
            <a:lvl5pPr lvl="4" rtl="0">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5pPr>
            <a:lvl6pPr lvl="5" rtl="0">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6pPr>
            <a:lvl7pPr lvl="6" rtl="0">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7pPr>
            <a:lvl8pPr lvl="7" rtl="0">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8pPr>
            <a:lvl9pPr lvl="8" rtl="0">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9pPr>
          </a:lstStyle>
          <a:p>
            <a:endParaRPr/>
          </a:p>
        </p:txBody>
      </p:sp>
      <p:sp>
        <p:nvSpPr>
          <p:cNvPr id="54" name="Google Shape;54;p13"/>
          <p:cNvSpPr txBox="1">
            <a:spLocks noGrp="1"/>
          </p:cNvSpPr>
          <p:nvPr>
            <p:ph type="body" idx="1"/>
          </p:nvPr>
        </p:nvSpPr>
        <p:spPr>
          <a:xfrm>
            <a:off x="311700" y="1171600"/>
            <a:ext cx="8520600" cy="3397200"/>
          </a:xfrm>
          <a:prstGeom prst="rect">
            <a:avLst/>
          </a:prstGeom>
          <a:noFill/>
          <a:ln>
            <a:noFill/>
          </a:ln>
        </p:spPr>
        <p:txBody>
          <a:bodyPr spcFirstLastPara="1" wrap="square" lIns="91425" tIns="91425" rIns="91425" bIns="91425" anchor="t" anchorCtr="0">
            <a:noAutofit/>
          </a:bodyPr>
          <a:lstStyle>
            <a:lvl1pPr marL="457200" lvl="0" indent="-342900" rtl="0">
              <a:lnSpc>
                <a:spcPct val="115000"/>
              </a:lnSpc>
              <a:spcBef>
                <a:spcPts val="0"/>
              </a:spcBef>
              <a:spcAft>
                <a:spcPts val="0"/>
              </a:spcAft>
              <a:buClr>
                <a:schemeClr val="dk1"/>
              </a:buClr>
              <a:buSzPts val="1800"/>
              <a:buFont typeface="Old Standard TT"/>
              <a:buChar char="●"/>
              <a:defRPr sz="1800">
                <a:solidFill>
                  <a:schemeClr val="dk1"/>
                </a:solidFill>
                <a:latin typeface="Old Standard TT"/>
                <a:ea typeface="Old Standard TT"/>
                <a:cs typeface="Old Standard TT"/>
                <a:sym typeface="Old Standard TT"/>
              </a:defRPr>
            </a:lvl1pPr>
            <a:lvl2pPr marL="914400" lvl="1" indent="-317500" rtl="0">
              <a:lnSpc>
                <a:spcPct val="115000"/>
              </a:lnSpc>
              <a:spcBef>
                <a:spcPts val="160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2pPr>
            <a:lvl3pPr marL="1371600" lvl="2" indent="-317500" rtl="0">
              <a:lnSpc>
                <a:spcPct val="115000"/>
              </a:lnSpc>
              <a:spcBef>
                <a:spcPts val="160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3pPr>
            <a:lvl4pPr marL="1828800" lvl="3" indent="-317500" rtl="0">
              <a:lnSpc>
                <a:spcPct val="115000"/>
              </a:lnSpc>
              <a:spcBef>
                <a:spcPts val="160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4pPr>
            <a:lvl5pPr marL="2286000" lvl="4" indent="-317500" rtl="0">
              <a:lnSpc>
                <a:spcPct val="115000"/>
              </a:lnSpc>
              <a:spcBef>
                <a:spcPts val="160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5pPr>
            <a:lvl6pPr marL="2743200" lvl="5" indent="-317500" rtl="0">
              <a:lnSpc>
                <a:spcPct val="115000"/>
              </a:lnSpc>
              <a:spcBef>
                <a:spcPts val="160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6pPr>
            <a:lvl7pPr marL="3200400" lvl="6" indent="-317500" rtl="0">
              <a:lnSpc>
                <a:spcPct val="115000"/>
              </a:lnSpc>
              <a:spcBef>
                <a:spcPts val="160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7pPr>
            <a:lvl8pPr marL="3657600" lvl="7" indent="-317500" rtl="0">
              <a:lnSpc>
                <a:spcPct val="115000"/>
              </a:lnSpc>
              <a:spcBef>
                <a:spcPts val="160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8pPr>
            <a:lvl9pPr marL="4114800" lvl="8" indent="-317500" rtl="0">
              <a:lnSpc>
                <a:spcPct val="115000"/>
              </a:lnSpc>
              <a:spcBef>
                <a:spcPts val="1600"/>
              </a:spcBef>
              <a:spcAft>
                <a:spcPts val="160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9pPr>
          </a:lstStyle>
          <a:p>
            <a:endParaRPr/>
          </a:p>
        </p:txBody>
      </p:sp>
      <p:sp>
        <p:nvSpPr>
          <p:cNvPr id="55" name="Google Shape;55;p1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lgn="r" rtl="0">
              <a:buNone/>
              <a:defRPr sz="1000">
                <a:solidFill>
                  <a:schemeClr val="dk1"/>
                </a:solidFill>
                <a:latin typeface="Old Standard TT"/>
                <a:ea typeface="Old Standard TT"/>
                <a:cs typeface="Old Standard TT"/>
                <a:sym typeface="Old Standard TT"/>
              </a:defRPr>
            </a:lvl1pPr>
            <a:lvl2pPr lvl="1" algn="r" rtl="0">
              <a:buNone/>
              <a:defRPr sz="1000">
                <a:solidFill>
                  <a:schemeClr val="dk1"/>
                </a:solidFill>
                <a:latin typeface="Old Standard TT"/>
                <a:ea typeface="Old Standard TT"/>
                <a:cs typeface="Old Standard TT"/>
                <a:sym typeface="Old Standard TT"/>
              </a:defRPr>
            </a:lvl2pPr>
            <a:lvl3pPr lvl="2" algn="r" rtl="0">
              <a:buNone/>
              <a:defRPr sz="1000">
                <a:solidFill>
                  <a:schemeClr val="dk1"/>
                </a:solidFill>
                <a:latin typeface="Old Standard TT"/>
                <a:ea typeface="Old Standard TT"/>
                <a:cs typeface="Old Standard TT"/>
                <a:sym typeface="Old Standard TT"/>
              </a:defRPr>
            </a:lvl3pPr>
            <a:lvl4pPr lvl="3" algn="r" rtl="0">
              <a:buNone/>
              <a:defRPr sz="1000">
                <a:solidFill>
                  <a:schemeClr val="dk1"/>
                </a:solidFill>
                <a:latin typeface="Old Standard TT"/>
                <a:ea typeface="Old Standard TT"/>
                <a:cs typeface="Old Standard TT"/>
                <a:sym typeface="Old Standard TT"/>
              </a:defRPr>
            </a:lvl4pPr>
            <a:lvl5pPr lvl="4" algn="r" rtl="0">
              <a:buNone/>
              <a:defRPr sz="1000">
                <a:solidFill>
                  <a:schemeClr val="dk1"/>
                </a:solidFill>
                <a:latin typeface="Old Standard TT"/>
                <a:ea typeface="Old Standard TT"/>
                <a:cs typeface="Old Standard TT"/>
                <a:sym typeface="Old Standard TT"/>
              </a:defRPr>
            </a:lvl5pPr>
            <a:lvl6pPr lvl="5" algn="r" rtl="0">
              <a:buNone/>
              <a:defRPr sz="1000">
                <a:solidFill>
                  <a:schemeClr val="dk1"/>
                </a:solidFill>
                <a:latin typeface="Old Standard TT"/>
                <a:ea typeface="Old Standard TT"/>
                <a:cs typeface="Old Standard TT"/>
                <a:sym typeface="Old Standard TT"/>
              </a:defRPr>
            </a:lvl6pPr>
            <a:lvl7pPr lvl="6" algn="r" rtl="0">
              <a:buNone/>
              <a:defRPr sz="1000">
                <a:solidFill>
                  <a:schemeClr val="dk1"/>
                </a:solidFill>
                <a:latin typeface="Old Standard TT"/>
                <a:ea typeface="Old Standard TT"/>
                <a:cs typeface="Old Standard TT"/>
                <a:sym typeface="Old Standard TT"/>
              </a:defRPr>
            </a:lvl7pPr>
            <a:lvl8pPr lvl="7" algn="r" rtl="0">
              <a:buNone/>
              <a:defRPr sz="1000">
                <a:solidFill>
                  <a:schemeClr val="dk1"/>
                </a:solidFill>
                <a:latin typeface="Old Standard TT"/>
                <a:ea typeface="Old Standard TT"/>
                <a:cs typeface="Old Standard TT"/>
                <a:sym typeface="Old Standard TT"/>
              </a:defRPr>
            </a:lvl8pPr>
            <a:lvl9pPr lvl="8" algn="r" rtl="0">
              <a:buNone/>
              <a:defRPr sz="1000">
                <a:solidFill>
                  <a:schemeClr val="dk1"/>
                </a:solidFill>
                <a:latin typeface="Old Standard TT"/>
                <a:ea typeface="Old Standard TT"/>
                <a:cs typeface="Old Standard TT"/>
                <a:sym typeface="Old Standard TT"/>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4.xml"/></Relationships>
</file>

<file path=ppt/slides/_rels/slide2.xml.rels><?xml version="1.0" encoding="UTF-8" standalone="yes"?>
<Relationships xmlns="http://schemas.openxmlformats.org/package/2006/relationships"><Relationship Id="rId3" Type="http://schemas.openxmlformats.org/officeDocument/2006/relationships/hyperlink" Target="http://www.youtube.com/watch?v=iYMlJ5BCwd0" TargetMode="External"/><Relationship Id="rId2" Type="http://schemas.openxmlformats.org/officeDocument/2006/relationships/notesSlide" Target="../notesSlides/notesSlide2.xml"/><Relationship Id="rId1" Type="http://schemas.openxmlformats.org/officeDocument/2006/relationships/slideLayout" Target="../slideLayouts/slideLayout14.xml"/><Relationship Id="rId4" Type="http://schemas.openxmlformats.org/officeDocument/2006/relationships/image" Target="../media/image1.jpg"/></Relationships>
</file>

<file path=ppt/slides/_rels/slide3.xml.rels><?xml version="1.0" encoding="UTF-8" standalone="yes"?>
<Relationships xmlns="http://schemas.openxmlformats.org/package/2006/relationships"><Relationship Id="rId3" Type="http://schemas.openxmlformats.org/officeDocument/2006/relationships/hyperlink" Target="http://www.youtube.com/watch?v=iYMlJ5BCwd0" TargetMode="External"/><Relationship Id="rId2" Type="http://schemas.openxmlformats.org/officeDocument/2006/relationships/notesSlide" Target="../notesSlides/notesSlide3.xml"/><Relationship Id="rId1" Type="http://schemas.openxmlformats.org/officeDocument/2006/relationships/slideLayout" Target="../slideLayouts/slideLayout14.xml"/><Relationship Id="rId4" Type="http://schemas.openxmlformats.org/officeDocument/2006/relationships/image" Target="../media/image1.jpg"/></Relationships>
</file>

<file path=ppt/slides/_rels/slide4.xml.rels><?xml version="1.0" encoding="UTF-8" standalone="yes"?>
<Relationships xmlns="http://schemas.openxmlformats.org/package/2006/relationships"><Relationship Id="rId3" Type="http://schemas.openxmlformats.org/officeDocument/2006/relationships/hyperlink" Target="http://www.youtube.com/watch?v=iYMlJ5BCwd0" TargetMode="External"/><Relationship Id="rId2" Type="http://schemas.openxmlformats.org/officeDocument/2006/relationships/notesSlide" Target="../notesSlides/notesSlide4.xml"/><Relationship Id="rId1" Type="http://schemas.openxmlformats.org/officeDocument/2006/relationships/slideLayout" Target="../slideLayouts/slideLayout14.xml"/><Relationship Id="rId4" Type="http://schemas.openxmlformats.org/officeDocument/2006/relationships/image" Target="../media/image1.jpg"/></Relationships>
</file>

<file path=ppt/slides/_rels/slide5.xml.rels><?xml version="1.0" encoding="UTF-8" standalone="yes"?>
<Relationships xmlns="http://schemas.openxmlformats.org/package/2006/relationships"><Relationship Id="rId3" Type="http://schemas.openxmlformats.org/officeDocument/2006/relationships/hyperlink" Target="http://www.youtube.com/watch?v=iYMlJ5BCwd0" TargetMode="External"/><Relationship Id="rId2" Type="http://schemas.openxmlformats.org/officeDocument/2006/relationships/notesSlide" Target="../notesSlides/notesSlide5.xml"/><Relationship Id="rId1" Type="http://schemas.openxmlformats.org/officeDocument/2006/relationships/slideLayout" Target="../slideLayouts/slideLayout14.xml"/><Relationship Id="rId4" Type="http://schemas.openxmlformats.org/officeDocument/2006/relationships/image" Target="../media/image1.jpg"/></Relationships>
</file>

<file path=ppt/slides/_rels/slide6.xml.rels><?xml version="1.0" encoding="UTF-8" standalone="yes"?>
<Relationships xmlns="http://schemas.openxmlformats.org/package/2006/relationships"><Relationship Id="rId3" Type="http://schemas.openxmlformats.org/officeDocument/2006/relationships/hyperlink" Target="http://www.youtube.com/watch?v=iYMlJ5BCwd0" TargetMode="External"/><Relationship Id="rId2" Type="http://schemas.openxmlformats.org/officeDocument/2006/relationships/notesSlide" Target="../notesSlides/notesSlide6.xml"/><Relationship Id="rId1" Type="http://schemas.openxmlformats.org/officeDocument/2006/relationships/slideLayout" Target="../slideLayouts/slideLayout14.xml"/><Relationship Id="rId5" Type="http://schemas.openxmlformats.org/officeDocument/2006/relationships/image" Target="../media/image2.png"/><Relationship Id="rId4" Type="http://schemas.openxmlformats.org/officeDocument/2006/relationships/image" Target="../media/image1.jpg"/></Relationships>
</file>

<file path=ppt/slides/_rels/slide7.xml.rels><?xml version="1.0" encoding="UTF-8" standalone="yes"?>
<Relationships xmlns="http://schemas.openxmlformats.org/package/2006/relationships"><Relationship Id="rId3" Type="http://schemas.openxmlformats.org/officeDocument/2006/relationships/hyperlink" Target="http://www.youtube.com/watch?v=iYMlJ5BCwd0" TargetMode="External"/><Relationship Id="rId2" Type="http://schemas.openxmlformats.org/officeDocument/2006/relationships/notesSlide" Target="../notesSlides/notesSlide7.xml"/><Relationship Id="rId1" Type="http://schemas.openxmlformats.org/officeDocument/2006/relationships/slideLayout" Target="../slideLayouts/slideLayout14.xml"/><Relationship Id="rId4" Type="http://schemas.openxmlformats.org/officeDocument/2006/relationships/image" Target="../media/image1.jp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4.xml"/></Relationships>
</file>

<file path=ppt/slides/_rels/slide10.xml.rels><?xml version="1.0" encoding="UTF-8" standalone="yes"?>
<Relationships xmlns="http://schemas.openxmlformats.org/package/2006/relationships"><Relationship Id="rId3" Type="http://schemas.openxmlformats.org/officeDocument/2006/relationships/hyperlink" Target="http://www.youtube.com/watch?v=iYMlJ5BCwd0" TargetMode="External"/><Relationship Id="rId2" Type="http://schemas.openxmlformats.org/officeDocument/2006/relationships/notesSlide" Target="../notesSlides/notesSlide10.xml"/><Relationship Id="rId1" Type="http://schemas.openxmlformats.org/officeDocument/2006/relationships/slideLayout" Target="../slideLayouts/slideLayout14.xml"/><Relationship Id="rId5" Type="http://schemas.openxmlformats.org/officeDocument/2006/relationships/image" Target="../media/image3.png"/><Relationship Id="rId4" Type="http://schemas.openxmlformats.org/officeDocument/2006/relationships/image" Target="../media/image1.jpg"/></Relationships>
</file>

<file path=ppt/slides/_rels/slide11.xml.rels><?xml version="1.0" encoding="UTF-8" standalone="yes"?>
<Relationships xmlns="http://schemas.openxmlformats.org/package/2006/relationships"><Relationship Id="rId3" Type="http://schemas.openxmlformats.org/officeDocument/2006/relationships/hyperlink" Target="http://www.youtube.com/watch?v=iYMlJ5BCwd0" TargetMode="External"/><Relationship Id="rId2" Type="http://schemas.openxmlformats.org/officeDocument/2006/relationships/notesSlide" Target="../notesSlides/notesSlide11.xml"/><Relationship Id="rId1" Type="http://schemas.openxmlformats.org/officeDocument/2006/relationships/slideLayout" Target="../slideLayouts/slideLayout14.xml"/><Relationship Id="rId5" Type="http://schemas.openxmlformats.org/officeDocument/2006/relationships/image" Target="../media/image3.png"/><Relationship Id="rId4" Type="http://schemas.openxmlformats.org/officeDocument/2006/relationships/image" Target="../media/image1.jp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Google Shape;112;p26"/>
          <p:cNvSpPr txBox="1">
            <a:spLocks noGrp="1"/>
          </p:cNvSpPr>
          <p:nvPr>
            <p:ph type="title"/>
          </p:nvPr>
        </p:nvSpPr>
        <p:spPr>
          <a:xfrm>
            <a:off x="311700" y="445025"/>
            <a:ext cx="8520600" cy="613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Coding goals:</a:t>
            </a:r>
            <a:endParaRPr/>
          </a:p>
        </p:txBody>
      </p:sp>
      <p:sp>
        <p:nvSpPr>
          <p:cNvPr id="113" name="Google Shape;113;p26"/>
          <p:cNvSpPr txBox="1">
            <a:spLocks noGrp="1"/>
          </p:cNvSpPr>
          <p:nvPr>
            <p:ph type="body" idx="1"/>
          </p:nvPr>
        </p:nvSpPr>
        <p:spPr>
          <a:xfrm>
            <a:off x="311700" y="1171600"/>
            <a:ext cx="8520600" cy="3397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Understand how to talk to a computer by typing commands.</a:t>
            </a:r>
            <a:endParaRPr dirty="0"/>
          </a:p>
          <a:p>
            <a:pPr marL="0" lvl="0" indent="0" algn="l" rtl="0">
              <a:spcBef>
                <a:spcPts val="1600"/>
              </a:spcBef>
              <a:spcAft>
                <a:spcPts val="0"/>
              </a:spcAft>
              <a:buNone/>
            </a:pPr>
            <a:r>
              <a:rPr lang="en" dirty="0"/>
              <a:t>Use coding to solve problems with variables.</a:t>
            </a:r>
            <a:endParaRPr dirty="0"/>
          </a:p>
          <a:p>
            <a:pPr marL="0" lvl="0" indent="0" algn="l" rtl="0">
              <a:spcBef>
                <a:spcPts val="1600"/>
              </a:spcBef>
              <a:spcAft>
                <a:spcPts val="1600"/>
              </a:spcAft>
              <a:buNone/>
            </a:pPr>
            <a:r>
              <a:rPr lang="en" dirty="0"/>
              <a:t>Use coding to create visuals with fractions.</a:t>
            </a:r>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17"/>
        <p:cNvGrpSpPr/>
        <p:nvPr/>
      </p:nvGrpSpPr>
      <p:grpSpPr>
        <a:xfrm>
          <a:off x="0" y="0"/>
          <a:ext cx="0" cy="0"/>
          <a:chOff x="0" y="0"/>
          <a:chExt cx="0" cy="0"/>
        </a:xfrm>
      </p:grpSpPr>
      <p:sp>
        <p:nvSpPr>
          <p:cNvPr id="118" name="Google Shape;118;p27"/>
          <p:cNvSpPr txBox="1">
            <a:spLocks noGrp="1"/>
          </p:cNvSpPr>
          <p:nvPr>
            <p:ph type="title"/>
          </p:nvPr>
        </p:nvSpPr>
        <p:spPr>
          <a:xfrm>
            <a:off x="311700" y="445025"/>
            <a:ext cx="8520600" cy="613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Introduction to Variables and Comments</a:t>
            </a:r>
            <a:endParaRPr/>
          </a:p>
        </p:txBody>
      </p:sp>
      <p:sp>
        <p:nvSpPr>
          <p:cNvPr id="119" name="Google Shape;119;p27"/>
          <p:cNvSpPr txBox="1">
            <a:spLocks noGrp="1"/>
          </p:cNvSpPr>
          <p:nvPr>
            <p:ph type="body" idx="1"/>
          </p:nvPr>
        </p:nvSpPr>
        <p:spPr>
          <a:xfrm>
            <a:off x="311700" y="1171600"/>
            <a:ext cx="8520600" cy="33972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Clr>
                <a:schemeClr val="dk1"/>
              </a:buClr>
              <a:buSzPts val="1100"/>
              <a:buFont typeface="Arial"/>
              <a:buNone/>
            </a:pPr>
            <a:r>
              <a:rPr lang="en" sz="1900">
                <a:solidFill>
                  <a:srgbClr val="212121"/>
                </a:solidFill>
                <a:highlight>
                  <a:srgbClr val="FFFFFF"/>
                </a:highlight>
                <a:latin typeface="Roboto"/>
                <a:ea typeface="Roboto"/>
                <a:cs typeface="Roboto"/>
                <a:sym typeface="Roboto"/>
              </a:rPr>
              <a:t>Does the output change if you change a comment?</a:t>
            </a:r>
            <a:endParaRPr sz="1900">
              <a:solidFill>
                <a:srgbClr val="212121"/>
              </a:solidFill>
              <a:highlight>
                <a:srgbClr val="FFFFFF"/>
              </a:highlight>
              <a:latin typeface="Roboto"/>
              <a:ea typeface="Roboto"/>
              <a:cs typeface="Roboto"/>
              <a:sym typeface="Roboto"/>
            </a:endParaRPr>
          </a:p>
          <a:p>
            <a:pPr marL="0" lvl="0" indent="0" algn="l" rtl="0">
              <a:spcBef>
                <a:spcPts val="600"/>
              </a:spcBef>
              <a:spcAft>
                <a:spcPts val="0"/>
              </a:spcAft>
              <a:buClr>
                <a:schemeClr val="dk1"/>
              </a:buClr>
              <a:buSzPts val="1100"/>
              <a:buFont typeface="Arial"/>
              <a:buNone/>
            </a:pPr>
            <a:r>
              <a:rPr lang="en" sz="1900">
                <a:solidFill>
                  <a:srgbClr val="212121"/>
                </a:solidFill>
                <a:highlight>
                  <a:srgbClr val="FFFFFF"/>
                </a:highlight>
                <a:latin typeface="Roboto"/>
                <a:ea typeface="Roboto"/>
                <a:cs typeface="Roboto"/>
                <a:sym typeface="Roboto"/>
              </a:rPr>
              <a:t>Can you change the code so that it will print 5?</a:t>
            </a:r>
            <a:endParaRPr sz="1900">
              <a:solidFill>
                <a:srgbClr val="212121"/>
              </a:solidFill>
              <a:highlight>
                <a:srgbClr val="FFFFFF"/>
              </a:highlight>
              <a:latin typeface="Roboto"/>
              <a:ea typeface="Roboto"/>
              <a:cs typeface="Roboto"/>
              <a:sym typeface="Roboto"/>
            </a:endParaRPr>
          </a:p>
          <a:p>
            <a:pPr marL="0" lvl="0" indent="0" algn="l" rtl="0">
              <a:spcBef>
                <a:spcPts val="500"/>
              </a:spcBef>
              <a:spcAft>
                <a:spcPts val="1600"/>
              </a:spcAft>
              <a:buNone/>
            </a:pPr>
            <a:endParaRPr sz="2500"/>
          </a:p>
        </p:txBody>
      </p:sp>
      <p:pic>
        <p:nvPicPr>
          <p:cNvPr id="120" name="Google Shape;120;p27" descr="Set a timer for 8 minutes. This 8 minute timer with alarm silently counts down to 00:00 and then alerts you with a gentle alarm sound.&#10;&#10;What Is the 8 Minute Timer?&#10;If you're looking for a timer to help you stay on track with your work, a 8 minute countdown is a great option. You can use it to break up your work time into manageable chunks, and it can also help you avoid getting bogged down with one task for too long.&#10;&#10;How to Set a 8 Minute Timer&#10;There are a few different ways to set a 8 minute timer. One option is to use an online timer or a mobile app. Another option is to set a timer on your phone’s built-in clock. Whichever method you choose, be sure to set the timer in a place where you can see it easily so that you don't lose track of time.&#10;&#10;Why Should You Use This 8 Minute Alarm?&#10;This timer is perfect for work or study sessions. It's also great for any activity where you want to be sure to take a break every 8 minutes, such as cooking, laundry, or working out.&#10;&#10;Online Timer - https://timer.onlinealarmkur.com/en/" title="8 Minute Timer">
            <a:hlinkClick r:id="rId3"/>
          </p:cNvPr>
          <p:cNvPicPr preferRelativeResize="0"/>
          <p:nvPr/>
        </p:nvPicPr>
        <p:blipFill>
          <a:blip r:embed="rId4">
            <a:alphaModFix/>
          </a:blip>
          <a:stretch>
            <a:fillRect/>
          </a:stretch>
        </p:blipFill>
        <p:spPr>
          <a:xfrm>
            <a:off x="87050" y="3144100"/>
            <a:ext cx="3192700" cy="179590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20"/>
                                        </p:tgtEl>
                                        <p:attrNameLst>
                                          <p:attrName>style.visibility</p:attrName>
                                        </p:attrNameLst>
                                      </p:cBhvr>
                                      <p:to>
                                        <p:strVal val="visible"/>
                                      </p:to>
                                    </p:set>
                                    <p:animEffect transition="in" filter="fade">
                                      <p:cBhvr>
                                        <p:cTn id="7" dur="1000"/>
                                        <p:tgtEl>
                                          <p:spTgt spid="1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24"/>
        <p:cNvGrpSpPr/>
        <p:nvPr/>
      </p:nvGrpSpPr>
      <p:grpSpPr>
        <a:xfrm>
          <a:off x="0" y="0"/>
          <a:ext cx="0" cy="0"/>
          <a:chOff x="0" y="0"/>
          <a:chExt cx="0" cy="0"/>
        </a:xfrm>
      </p:grpSpPr>
      <p:sp>
        <p:nvSpPr>
          <p:cNvPr id="125" name="Google Shape;125;p28"/>
          <p:cNvSpPr txBox="1">
            <a:spLocks noGrp="1"/>
          </p:cNvSpPr>
          <p:nvPr>
            <p:ph type="title"/>
          </p:nvPr>
        </p:nvSpPr>
        <p:spPr>
          <a:xfrm>
            <a:off x="311700" y="445025"/>
            <a:ext cx="8520600" cy="613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Strings</a:t>
            </a:r>
            <a:endParaRPr/>
          </a:p>
        </p:txBody>
      </p:sp>
      <p:sp>
        <p:nvSpPr>
          <p:cNvPr id="126" name="Google Shape;126;p28"/>
          <p:cNvSpPr txBox="1">
            <a:spLocks noGrp="1"/>
          </p:cNvSpPr>
          <p:nvPr>
            <p:ph type="body" idx="1"/>
          </p:nvPr>
        </p:nvSpPr>
        <p:spPr>
          <a:xfrm>
            <a:off x="311700" y="1171600"/>
            <a:ext cx="8520600" cy="33972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n" sz="2500"/>
              <a:t>Print all the names of the people in your group!</a:t>
            </a:r>
            <a:endParaRPr sz="2500"/>
          </a:p>
        </p:txBody>
      </p:sp>
      <p:pic>
        <p:nvPicPr>
          <p:cNvPr id="127" name="Google Shape;127;p28" descr="Set a timer for 8 minutes. This 8 minute timer with alarm silently counts down to 00:00 and then alerts you with a gentle alarm sound.&#10;&#10;What Is the 8 Minute Timer?&#10;If you're looking for a timer to help you stay on track with your work, a 8 minute countdown is a great option. You can use it to break up your work time into manageable chunks, and it can also help you avoid getting bogged down with one task for too long.&#10;&#10;How to Set a 8 Minute Timer&#10;There are a few different ways to set a 8 minute timer. One option is to use an online timer or a mobile app. Another option is to set a timer on your phone’s built-in clock. Whichever method you choose, be sure to set the timer in a place where you can see it easily so that you don't lose track of time.&#10;&#10;Why Should You Use This 8 Minute Alarm?&#10;This timer is perfect for work or study sessions. It's also great for any activity where you want to be sure to take a break every 8 minutes, such as cooking, laundry, or working out.&#10;&#10;Online Timer - https://timer.onlinealarmkur.com/en/" title="8 Minute Timer">
            <a:hlinkClick r:id="rId3"/>
          </p:cNvPr>
          <p:cNvPicPr preferRelativeResize="0"/>
          <p:nvPr/>
        </p:nvPicPr>
        <p:blipFill>
          <a:blip r:embed="rId4">
            <a:alphaModFix/>
          </a:blip>
          <a:stretch>
            <a:fillRect/>
          </a:stretch>
        </p:blipFill>
        <p:spPr>
          <a:xfrm>
            <a:off x="87050" y="3144100"/>
            <a:ext cx="3192700" cy="179590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27"/>
                                        </p:tgtEl>
                                        <p:attrNameLst>
                                          <p:attrName>style.visibility</p:attrName>
                                        </p:attrNameLst>
                                      </p:cBhvr>
                                      <p:to>
                                        <p:strVal val="visible"/>
                                      </p:to>
                                    </p:set>
                                    <p:animEffect transition="in" filter="fade">
                                      <p:cBhvr>
                                        <p:cTn id="7" dur="1000"/>
                                        <p:tgtEl>
                                          <p:spTgt spid="1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31"/>
        <p:cNvGrpSpPr/>
        <p:nvPr/>
      </p:nvGrpSpPr>
      <p:grpSpPr>
        <a:xfrm>
          <a:off x="0" y="0"/>
          <a:ext cx="0" cy="0"/>
          <a:chOff x="0" y="0"/>
          <a:chExt cx="0" cy="0"/>
        </a:xfrm>
      </p:grpSpPr>
      <p:sp>
        <p:nvSpPr>
          <p:cNvPr id="132" name="Google Shape;132;p29"/>
          <p:cNvSpPr txBox="1">
            <a:spLocks noGrp="1"/>
          </p:cNvSpPr>
          <p:nvPr>
            <p:ph type="title"/>
          </p:nvPr>
        </p:nvSpPr>
        <p:spPr>
          <a:xfrm>
            <a:off x="311700" y="445025"/>
            <a:ext cx="8520600" cy="613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Variables for linear equations</a:t>
            </a:r>
            <a:endParaRPr/>
          </a:p>
        </p:txBody>
      </p:sp>
      <p:sp>
        <p:nvSpPr>
          <p:cNvPr id="133" name="Google Shape;133;p29"/>
          <p:cNvSpPr txBox="1">
            <a:spLocks noGrp="1"/>
          </p:cNvSpPr>
          <p:nvPr>
            <p:ph type="body" idx="1"/>
          </p:nvPr>
        </p:nvSpPr>
        <p:spPr>
          <a:xfrm>
            <a:off x="311700" y="1171600"/>
            <a:ext cx="8520600" cy="33972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n-US" sz="2500" dirty="0"/>
              <a:t>See Python lesson on this topic.</a:t>
            </a:r>
            <a:endParaRPr sz="2500" dirty="0"/>
          </a:p>
        </p:txBody>
      </p:sp>
      <p:pic>
        <p:nvPicPr>
          <p:cNvPr id="134" name="Google Shape;134;p29" descr="Set a timer for 8 minutes. This 8 minute timer with alarm silently counts down to 00:00 and then alerts you with a gentle alarm sound.&#10;&#10;What Is the 8 Minute Timer?&#10;If you're looking for a timer to help you stay on track with your work, a 8 minute countdown is a great option. You can use it to break up your work time into manageable chunks, and it can also help you avoid getting bogged down with one task for too long.&#10;&#10;How to Set a 8 Minute Timer&#10;There are a few different ways to set a 8 minute timer. One option is to use an online timer or a mobile app. Another option is to set a timer on your phone’s built-in clock. Whichever method you choose, be sure to set the timer in a place where you can see it easily so that you don't lose track of time.&#10;&#10;Why Should You Use This 8 Minute Alarm?&#10;This timer is perfect for work or study sessions. It's also great for any activity where you want to be sure to take a break every 8 minutes, such as cooking, laundry, or working out.&#10;&#10;Online Timer - https://timer.onlinealarmkur.com/en/" title="8 Minute Timer">
            <a:hlinkClick r:id="rId3"/>
          </p:cNvPr>
          <p:cNvPicPr preferRelativeResize="0"/>
          <p:nvPr/>
        </p:nvPicPr>
        <p:blipFill>
          <a:blip r:embed="rId4">
            <a:alphaModFix/>
          </a:blip>
          <a:stretch>
            <a:fillRect/>
          </a:stretch>
        </p:blipFill>
        <p:spPr>
          <a:xfrm>
            <a:off x="87050" y="3144100"/>
            <a:ext cx="3192700" cy="179590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34"/>
                                        </p:tgtEl>
                                        <p:attrNameLst>
                                          <p:attrName>style.visibility</p:attrName>
                                        </p:attrNameLst>
                                      </p:cBhvr>
                                      <p:to>
                                        <p:strVal val="visible"/>
                                      </p:to>
                                    </p:set>
                                    <p:animEffect transition="in" filter="fade">
                                      <p:cBhvr>
                                        <p:cTn id="7" dur="1000"/>
                                        <p:tgtEl>
                                          <p:spTgt spid="1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38"/>
        <p:cNvGrpSpPr/>
        <p:nvPr/>
      </p:nvGrpSpPr>
      <p:grpSpPr>
        <a:xfrm>
          <a:off x="0" y="0"/>
          <a:ext cx="0" cy="0"/>
          <a:chOff x="0" y="0"/>
          <a:chExt cx="0" cy="0"/>
        </a:xfrm>
      </p:grpSpPr>
      <p:sp>
        <p:nvSpPr>
          <p:cNvPr id="139" name="Google Shape;139;p30"/>
          <p:cNvSpPr txBox="1">
            <a:spLocks noGrp="1"/>
          </p:cNvSpPr>
          <p:nvPr>
            <p:ph type="title"/>
          </p:nvPr>
        </p:nvSpPr>
        <p:spPr>
          <a:xfrm>
            <a:off x="87050" y="445025"/>
            <a:ext cx="9057000" cy="613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Concatenating Strings = combining strings together</a:t>
            </a:r>
            <a:endParaRPr/>
          </a:p>
        </p:txBody>
      </p:sp>
      <p:sp>
        <p:nvSpPr>
          <p:cNvPr id="140" name="Google Shape;140;p30"/>
          <p:cNvSpPr txBox="1">
            <a:spLocks noGrp="1"/>
          </p:cNvSpPr>
          <p:nvPr>
            <p:ph type="body" idx="1"/>
          </p:nvPr>
        </p:nvSpPr>
        <p:spPr>
          <a:xfrm>
            <a:off x="311700" y="1171600"/>
            <a:ext cx="8520600" cy="3397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500"/>
              <a:t>Print a sentence for each person! </a:t>
            </a:r>
            <a:endParaRPr sz="2500"/>
          </a:p>
          <a:p>
            <a:pPr marL="0" lvl="0" indent="0" algn="l" rtl="0">
              <a:spcBef>
                <a:spcPts val="1600"/>
              </a:spcBef>
              <a:spcAft>
                <a:spcPts val="1600"/>
              </a:spcAft>
              <a:buNone/>
            </a:pPr>
            <a:endParaRPr sz="2500"/>
          </a:p>
        </p:txBody>
      </p:sp>
      <p:pic>
        <p:nvPicPr>
          <p:cNvPr id="141" name="Google Shape;141;p30" descr="Set a timer for 8 minutes. This 8 minute timer with alarm silently counts down to 00:00 and then alerts you with a gentle alarm sound.&#10;&#10;What Is the 8 Minute Timer?&#10;If you're looking for a timer to help you stay on track with your work, a 8 minute countdown is a great option. You can use it to break up your work time into manageable chunks, and it can also help you avoid getting bogged down with one task for too long.&#10;&#10;How to Set a 8 Minute Timer&#10;There are a few different ways to set a 8 minute timer. One option is to use an online timer or a mobile app. Another option is to set a timer on your phone’s built-in clock. Whichever method you choose, be sure to set the timer in a place where you can see it easily so that you don't lose track of time.&#10;&#10;Why Should You Use This 8 Minute Alarm?&#10;This timer is perfect for work or study sessions. It's also great for any activity where you want to be sure to take a break every 8 minutes, such as cooking, laundry, or working out.&#10;&#10;Online Timer - https://timer.onlinealarmkur.com/en/" title="8 Minute Timer">
            <a:hlinkClick r:id="rId3"/>
          </p:cNvPr>
          <p:cNvPicPr preferRelativeResize="0"/>
          <p:nvPr/>
        </p:nvPicPr>
        <p:blipFill>
          <a:blip r:embed="rId4">
            <a:alphaModFix/>
          </a:blip>
          <a:stretch>
            <a:fillRect/>
          </a:stretch>
        </p:blipFill>
        <p:spPr>
          <a:xfrm>
            <a:off x="87050" y="3144100"/>
            <a:ext cx="3192700" cy="179590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41"/>
                                        </p:tgtEl>
                                        <p:attrNameLst>
                                          <p:attrName>style.visibility</p:attrName>
                                        </p:attrNameLst>
                                      </p:cBhvr>
                                      <p:to>
                                        <p:strVal val="visible"/>
                                      </p:to>
                                    </p:set>
                                    <p:animEffect transition="in" filter="fade">
                                      <p:cBhvr>
                                        <p:cTn id="7" dur="1000"/>
                                        <p:tgtEl>
                                          <p:spTgt spid="1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45"/>
        <p:cNvGrpSpPr/>
        <p:nvPr/>
      </p:nvGrpSpPr>
      <p:grpSpPr>
        <a:xfrm>
          <a:off x="0" y="0"/>
          <a:ext cx="0" cy="0"/>
          <a:chOff x="0" y="0"/>
          <a:chExt cx="0" cy="0"/>
        </a:xfrm>
      </p:grpSpPr>
      <p:sp>
        <p:nvSpPr>
          <p:cNvPr id="146" name="Google Shape;146;p31"/>
          <p:cNvSpPr txBox="1">
            <a:spLocks noGrp="1"/>
          </p:cNvSpPr>
          <p:nvPr>
            <p:ph type="title"/>
          </p:nvPr>
        </p:nvSpPr>
        <p:spPr>
          <a:xfrm>
            <a:off x="87050" y="445025"/>
            <a:ext cx="9057000" cy="613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Object oriented programming using fractions</a:t>
            </a:r>
            <a:endParaRPr dirty="0"/>
          </a:p>
        </p:txBody>
      </p:sp>
      <p:sp>
        <p:nvSpPr>
          <p:cNvPr id="147" name="Google Shape;147;p31"/>
          <p:cNvSpPr txBox="1">
            <a:spLocks noGrp="1"/>
          </p:cNvSpPr>
          <p:nvPr>
            <p:ph type="body" idx="1"/>
          </p:nvPr>
        </p:nvSpPr>
        <p:spPr>
          <a:xfrm>
            <a:off x="311700" y="1171600"/>
            <a:ext cx="8520600" cy="3397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500" dirty="0"/>
              <a:t>Assign your variable to be a fraction.</a:t>
            </a:r>
            <a:endParaRPr sz="2500" dirty="0"/>
          </a:p>
          <a:p>
            <a:pPr marL="0" lvl="0" indent="0" algn="l" rtl="0">
              <a:spcBef>
                <a:spcPts val="1600"/>
              </a:spcBef>
              <a:spcAft>
                <a:spcPts val="0"/>
              </a:spcAft>
              <a:buNone/>
            </a:pPr>
            <a:r>
              <a:rPr lang="en" sz="2500" dirty="0"/>
              <a:t>Solve fraction math problems like these:</a:t>
            </a:r>
            <a:endParaRPr sz="2500" dirty="0"/>
          </a:p>
          <a:p>
            <a:pPr marL="0" lvl="0" indent="0" algn="l" rtl="0">
              <a:spcBef>
                <a:spcPts val="1600"/>
              </a:spcBef>
              <a:spcAft>
                <a:spcPts val="1600"/>
              </a:spcAft>
              <a:buNone/>
            </a:pPr>
            <a:endParaRPr sz="2500" dirty="0"/>
          </a:p>
        </p:txBody>
      </p:sp>
      <p:pic>
        <p:nvPicPr>
          <p:cNvPr id="148" name="Google Shape;148;p31" descr="Set a timer for 8 minutes. This 8 minute timer with alarm silently counts down to 00:00 and then alerts you with a gentle alarm sound.&#10;&#10;What Is the 8 Minute Timer?&#10;If you're looking for a timer to help you stay on track with your work, a 8 minute countdown is a great option. You can use it to break up your work time into manageable chunks, and it can also help you avoid getting bogged down with one task for too long.&#10;&#10;How to Set a 8 Minute Timer&#10;There are a few different ways to set a 8 minute timer. One option is to use an online timer or a mobile app. Another option is to set a timer on your phone’s built-in clock. Whichever method you choose, be sure to set the timer in a place where you can see it easily so that you don't lose track of time.&#10;&#10;Why Should You Use This 8 Minute Alarm?&#10;This timer is perfect for work or study sessions. It's also great for any activity where you want to be sure to take a break every 8 minutes, such as cooking, laundry, or working out.&#10;&#10;Online Timer - https://timer.onlinealarmkur.com/en/" title="8 Minute Timer">
            <a:hlinkClick r:id="rId3"/>
          </p:cNvPr>
          <p:cNvPicPr preferRelativeResize="0"/>
          <p:nvPr/>
        </p:nvPicPr>
        <p:blipFill>
          <a:blip r:embed="rId4">
            <a:alphaModFix/>
          </a:blip>
          <a:stretch>
            <a:fillRect/>
          </a:stretch>
        </p:blipFill>
        <p:spPr>
          <a:xfrm>
            <a:off x="87050" y="3144100"/>
            <a:ext cx="3192700" cy="1795900"/>
          </a:xfrm>
          <a:prstGeom prst="rect">
            <a:avLst/>
          </a:prstGeom>
          <a:noFill/>
          <a:ln>
            <a:noFill/>
          </a:ln>
        </p:spPr>
      </p:pic>
      <p:pic>
        <p:nvPicPr>
          <p:cNvPr id="149" name="Google Shape;149;p31"/>
          <p:cNvPicPr preferRelativeResize="0"/>
          <p:nvPr/>
        </p:nvPicPr>
        <p:blipFill>
          <a:blip r:embed="rId5">
            <a:alphaModFix/>
          </a:blip>
          <a:stretch>
            <a:fillRect/>
          </a:stretch>
        </p:blipFill>
        <p:spPr>
          <a:xfrm>
            <a:off x="6406250" y="1058225"/>
            <a:ext cx="1601536" cy="4085275"/>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48"/>
                                        </p:tgtEl>
                                        <p:attrNameLst>
                                          <p:attrName>style.visibility</p:attrName>
                                        </p:attrNameLst>
                                      </p:cBhvr>
                                      <p:to>
                                        <p:strVal val="visible"/>
                                      </p:to>
                                    </p:set>
                                    <p:animEffect transition="in" filter="fade">
                                      <p:cBhvr>
                                        <p:cTn id="7" dur="1000"/>
                                        <p:tgtEl>
                                          <p:spTgt spid="1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53"/>
        <p:cNvGrpSpPr/>
        <p:nvPr/>
      </p:nvGrpSpPr>
      <p:grpSpPr>
        <a:xfrm>
          <a:off x="0" y="0"/>
          <a:ext cx="0" cy="0"/>
          <a:chOff x="0" y="0"/>
          <a:chExt cx="0" cy="0"/>
        </a:xfrm>
      </p:grpSpPr>
      <p:sp>
        <p:nvSpPr>
          <p:cNvPr id="154" name="Google Shape;154;p32"/>
          <p:cNvSpPr txBox="1">
            <a:spLocks noGrp="1"/>
          </p:cNvSpPr>
          <p:nvPr>
            <p:ph type="title"/>
          </p:nvPr>
        </p:nvSpPr>
        <p:spPr>
          <a:xfrm>
            <a:off x="87050" y="445025"/>
            <a:ext cx="9057000" cy="613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Complex Fraction Operations</a:t>
            </a:r>
            <a:endParaRPr/>
          </a:p>
        </p:txBody>
      </p:sp>
      <p:sp>
        <p:nvSpPr>
          <p:cNvPr id="155" name="Google Shape;155;p32"/>
          <p:cNvSpPr txBox="1">
            <a:spLocks noGrp="1"/>
          </p:cNvSpPr>
          <p:nvPr>
            <p:ph type="body" idx="1"/>
          </p:nvPr>
        </p:nvSpPr>
        <p:spPr>
          <a:xfrm>
            <a:off x="311700" y="1171600"/>
            <a:ext cx="8520600" cy="3397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500"/>
              <a:t>Can you make an equation where the answer comes out to be 20?</a:t>
            </a:r>
            <a:endParaRPr sz="2500"/>
          </a:p>
          <a:p>
            <a:pPr marL="0" lvl="0" indent="0" algn="l" rtl="0">
              <a:spcBef>
                <a:spcPts val="1600"/>
              </a:spcBef>
              <a:spcAft>
                <a:spcPts val="0"/>
              </a:spcAft>
              <a:buNone/>
            </a:pPr>
            <a:r>
              <a:rPr lang="en" sz="2500"/>
              <a:t>1?</a:t>
            </a:r>
            <a:endParaRPr sz="2500"/>
          </a:p>
          <a:p>
            <a:pPr marL="0" lvl="0" indent="0" algn="l" rtl="0">
              <a:spcBef>
                <a:spcPts val="1600"/>
              </a:spcBef>
              <a:spcAft>
                <a:spcPts val="0"/>
              </a:spcAft>
              <a:buNone/>
            </a:pPr>
            <a:r>
              <a:rPr lang="en" sz="2500"/>
              <a:t>0?</a:t>
            </a:r>
            <a:endParaRPr sz="2500"/>
          </a:p>
          <a:p>
            <a:pPr marL="0" lvl="0" indent="0" algn="l" rtl="0">
              <a:spcBef>
                <a:spcPts val="1600"/>
              </a:spcBef>
              <a:spcAft>
                <a:spcPts val="1600"/>
              </a:spcAft>
              <a:buNone/>
            </a:pPr>
            <a:r>
              <a:rPr lang="en" sz="2500"/>
              <a:t>1,000,000</a:t>
            </a:r>
            <a:endParaRPr sz="2500"/>
          </a:p>
        </p:txBody>
      </p:sp>
      <p:pic>
        <p:nvPicPr>
          <p:cNvPr id="156" name="Google Shape;156;p32" descr="Set a timer for 8 minutes. This 8 minute timer with alarm silently counts down to 00:00 and then alerts you with a gentle alarm sound.&#10;&#10;What Is the 8 Minute Timer?&#10;If you're looking for a timer to help you stay on track with your work, a 8 minute countdown is a great option. You can use it to break up your work time into manageable chunks, and it can also help you avoid getting bogged down with one task for too long.&#10;&#10;How to Set a 8 Minute Timer&#10;There are a few different ways to set a 8 minute timer. One option is to use an online timer or a mobile app. Another option is to set a timer on your phone’s built-in clock. Whichever method you choose, be sure to set the timer in a place where you can see it easily so that you don't lose track of time.&#10;&#10;Why Should You Use This 8 Minute Alarm?&#10;This timer is perfect for work or study sessions. It's also great for any activity where you want to be sure to take a break every 8 minutes, such as cooking, laundry, or working out.&#10;&#10;Online Timer - https://timer.onlinealarmkur.com/en/" title="8 Minute Timer">
            <a:hlinkClick r:id="rId3"/>
          </p:cNvPr>
          <p:cNvPicPr preferRelativeResize="0"/>
          <p:nvPr/>
        </p:nvPicPr>
        <p:blipFill>
          <a:blip r:embed="rId4">
            <a:alphaModFix/>
          </a:blip>
          <a:stretch>
            <a:fillRect/>
          </a:stretch>
        </p:blipFill>
        <p:spPr>
          <a:xfrm>
            <a:off x="5841075" y="3144100"/>
            <a:ext cx="3192700" cy="179590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56"/>
                                        </p:tgtEl>
                                        <p:attrNameLst>
                                          <p:attrName>style.visibility</p:attrName>
                                        </p:attrNameLst>
                                      </p:cBhvr>
                                      <p:to>
                                        <p:strVal val="visible"/>
                                      </p:to>
                                    </p:set>
                                    <p:animEffect transition="in" filter="fade">
                                      <p:cBhvr>
                                        <p:cTn id="7" dur="1000"/>
                                        <p:tgtEl>
                                          <p:spTgt spid="1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60"/>
        <p:cNvGrpSpPr/>
        <p:nvPr/>
      </p:nvGrpSpPr>
      <p:grpSpPr>
        <a:xfrm>
          <a:off x="0" y="0"/>
          <a:ext cx="0" cy="0"/>
          <a:chOff x="0" y="0"/>
          <a:chExt cx="0" cy="0"/>
        </a:xfrm>
      </p:grpSpPr>
      <p:sp>
        <p:nvSpPr>
          <p:cNvPr id="161" name="Google Shape;161;p33"/>
          <p:cNvSpPr txBox="1">
            <a:spLocks noGrp="1"/>
          </p:cNvSpPr>
          <p:nvPr>
            <p:ph type="title"/>
          </p:nvPr>
        </p:nvSpPr>
        <p:spPr>
          <a:xfrm>
            <a:off x="311700" y="445025"/>
            <a:ext cx="8520600" cy="613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Shout outs!</a:t>
            </a:r>
            <a:endParaRPr/>
          </a:p>
        </p:txBody>
      </p:sp>
      <p:sp>
        <p:nvSpPr>
          <p:cNvPr id="162" name="Google Shape;162;p33"/>
          <p:cNvSpPr txBox="1">
            <a:spLocks noGrp="1"/>
          </p:cNvSpPr>
          <p:nvPr>
            <p:ph type="body" idx="1"/>
          </p:nvPr>
        </p:nvSpPr>
        <p:spPr>
          <a:xfrm>
            <a:off x="311700" y="1171600"/>
            <a:ext cx="8520600" cy="33972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n-US" sz="2400" dirty="0"/>
              <a:t>Highlight students who worked well together.</a:t>
            </a:r>
          </a:p>
          <a:p>
            <a:pPr marL="0" lvl="0" indent="0" algn="l" rtl="0">
              <a:spcBef>
                <a:spcPts val="0"/>
              </a:spcBef>
              <a:spcAft>
                <a:spcPts val="1600"/>
              </a:spcAft>
              <a:buNone/>
            </a:pPr>
            <a:r>
              <a:rPr lang="en-US" sz="2400" dirty="0"/>
              <a:t>Celebrate students' successes and identify challenges.</a:t>
            </a:r>
            <a:endParaRPr sz="2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66"/>
        <p:cNvGrpSpPr/>
        <p:nvPr/>
      </p:nvGrpSpPr>
      <p:grpSpPr>
        <a:xfrm>
          <a:off x="0" y="0"/>
          <a:ext cx="0" cy="0"/>
          <a:chOff x="0" y="0"/>
          <a:chExt cx="0" cy="0"/>
        </a:xfrm>
      </p:grpSpPr>
      <p:sp>
        <p:nvSpPr>
          <p:cNvPr id="167" name="Google Shape;167;p34"/>
          <p:cNvSpPr txBox="1">
            <a:spLocks noGrp="1"/>
          </p:cNvSpPr>
          <p:nvPr>
            <p:ph type="title"/>
          </p:nvPr>
        </p:nvSpPr>
        <p:spPr>
          <a:xfrm>
            <a:off x="311700" y="445025"/>
            <a:ext cx="8520600" cy="613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Lesson 2a</a:t>
            </a:r>
            <a:endParaRPr/>
          </a:p>
        </p:txBody>
      </p:sp>
      <p:sp>
        <p:nvSpPr>
          <p:cNvPr id="168" name="Google Shape;168;p34"/>
          <p:cNvSpPr txBox="1">
            <a:spLocks noGrp="1"/>
          </p:cNvSpPr>
          <p:nvPr>
            <p:ph type="body" idx="1"/>
          </p:nvPr>
        </p:nvSpPr>
        <p:spPr>
          <a:xfrm>
            <a:off x="311700" y="1171600"/>
            <a:ext cx="8520600" cy="3397200"/>
          </a:xfrm>
          <a:prstGeom prst="rect">
            <a:avLst/>
          </a:prstGeom>
        </p:spPr>
        <p:txBody>
          <a:bodyPr spcFirstLastPara="1" wrap="square" lIns="91425" tIns="91425" rIns="91425" bIns="91425" anchor="t" anchorCtr="0">
            <a:noAutofit/>
          </a:bodyPr>
          <a:lstStyle/>
          <a:p>
            <a:pPr marL="0" indent="0">
              <a:spcAft>
                <a:spcPts val="1600"/>
              </a:spcAft>
              <a:buNone/>
            </a:pPr>
            <a:r>
              <a:rPr lang="en" sz="2400" dirty="0"/>
              <a:t>Recall how we used pictures to represent fractions in day 0. Here, we let the computer draw them.</a:t>
            </a:r>
          </a:p>
          <a:p>
            <a:pPr marL="0" lvl="0" indent="0" algn="l" rtl="0">
              <a:spcBef>
                <a:spcPts val="0"/>
              </a:spcBef>
              <a:spcAft>
                <a:spcPts val="1600"/>
              </a:spcAft>
              <a:buNone/>
            </a:pPr>
            <a:endParaRPr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72"/>
        <p:cNvGrpSpPr/>
        <p:nvPr/>
      </p:nvGrpSpPr>
      <p:grpSpPr>
        <a:xfrm>
          <a:off x="0" y="0"/>
          <a:ext cx="0" cy="0"/>
          <a:chOff x="0" y="0"/>
          <a:chExt cx="0" cy="0"/>
        </a:xfrm>
      </p:grpSpPr>
      <p:sp>
        <p:nvSpPr>
          <p:cNvPr id="173" name="Google Shape;173;p35"/>
          <p:cNvSpPr txBox="1">
            <a:spLocks noGrp="1"/>
          </p:cNvSpPr>
          <p:nvPr>
            <p:ph type="title"/>
          </p:nvPr>
        </p:nvSpPr>
        <p:spPr>
          <a:xfrm>
            <a:off x="87050" y="140225"/>
            <a:ext cx="9057000" cy="613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Representing fractions using pictures</a:t>
            </a:r>
            <a:endParaRPr/>
          </a:p>
        </p:txBody>
      </p:sp>
      <p:sp>
        <p:nvSpPr>
          <p:cNvPr id="174" name="Google Shape;174;p35"/>
          <p:cNvSpPr txBox="1">
            <a:spLocks noGrp="1"/>
          </p:cNvSpPr>
          <p:nvPr>
            <p:ph type="body" idx="1"/>
          </p:nvPr>
        </p:nvSpPr>
        <p:spPr>
          <a:xfrm>
            <a:off x="159300" y="790600"/>
            <a:ext cx="6668400" cy="3397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500" dirty="0"/>
              <a:t>Use the coding to show different fractions.</a:t>
            </a:r>
            <a:endParaRPr sz="2500" dirty="0"/>
          </a:p>
          <a:p>
            <a:pPr marL="0" lvl="0" indent="0" algn="l" rtl="0">
              <a:spcBef>
                <a:spcPts val="1600"/>
              </a:spcBef>
              <a:spcAft>
                <a:spcPts val="0"/>
              </a:spcAft>
              <a:buNone/>
            </a:pPr>
            <a:r>
              <a:rPr lang="en" sz="2500" dirty="0"/>
              <a:t>What is the biggest denominator you can make?</a:t>
            </a:r>
            <a:endParaRPr sz="2500" dirty="0"/>
          </a:p>
          <a:p>
            <a:pPr marL="0" lvl="0" indent="0" algn="l" rtl="0">
              <a:spcBef>
                <a:spcPts val="1600"/>
              </a:spcBef>
              <a:spcAft>
                <a:spcPts val="0"/>
              </a:spcAft>
              <a:buNone/>
            </a:pPr>
            <a:r>
              <a:rPr lang="en" sz="2500" dirty="0"/>
              <a:t>Can you make a fraction greater than 1?</a:t>
            </a:r>
            <a:endParaRPr sz="2500" dirty="0"/>
          </a:p>
          <a:p>
            <a:pPr marL="0" lvl="0" indent="0" algn="l" rtl="0">
              <a:spcBef>
                <a:spcPts val="1600"/>
              </a:spcBef>
              <a:spcAft>
                <a:spcPts val="1600"/>
              </a:spcAft>
              <a:buNone/>
            </a:pPr>
            <a:endParaRPr sz="2500" dirty="0"/>
          </a:p>
        </p:txBody>
      </p:sp>
      <p:pic>
        <p:nvPicPr>
          <p:cNvPr id="175" name="Google Shape;175;p35" descr="Set a timer for 8 minutes. This 8 minute timer with alarm silently counts down to 00:00 and then alerts you with a gentle alarm sound.&#10;&#10;What Is the 8 Minute Timer?&#10;If you're looking for a timer to help you stay on track with your work, a 8 minute countdown is a great option. You can use it to break up your work time into manageable chunks, and it can also help you avoid getting bogged down with one task for too long.&#10;&#10;How to Set a 8 Minute Timer&#10;There are a few different ways to set a 8 minute timer. One option is to use an online timer or a mobile app. Another option is to set a timer on your phone’s built-in clock. Whichever method you choose, be sure to set the timer in a place where you can see it easily so that you don't lose track of time.&#10;&#10;Why Should You Use This 8 Minute Alarm?&#10;This timer is perfect for work or study sessions. It's also great for any activity where you want to be sure to take a break every 8 minutes, such as cooking, laundry, or working out.&#10;&#10;Online Timer - https://timer.onlinealarmkur.com/en/" title="8 Minute Timer">
            <a:hlinkClick r:id="rId3"/>
          </p:cNvPr>
          <p:cNvPicPr preferRelativeResize="0"/>
          <p:nvPr/>
        </p:nvPicPr>
        <p:blipFill>
          <a:blip r:embed="rId4">
            <a:alphaModFix/>
          </a:blip>
          <a:stretch>
            <a:fillRect/>
          </a:stretch>
        </p:blipFill>
        <p:spPr>
          <a:xfrm>
            <a:off x="178650" y="3174625"/>
            <a:ext cx="3192700" cy="1795900"/>
          </a:xfrm>
          <a:prstGeom prst="rect">
            <a:avLst/>
          </a:prstGeom>
          <a:noFill/>
          <a:ln>
            <a:noFill/>
          </a:ln>
        </p:spPr>
      </p:pic>
      <p:pic>
        <p:nvPicPr>
          <p:cNvPr id="176" name="Google Shape;176;p35"/>
          <p:cNvPicPr preferRelativeResize="0"/>
          <p:nvPr/>
        </p:nvPicPr>
        <p:blipFill rotWithShape="1">
          <a:blip r:embed="rId5">
            <a:alphaModFix/>
          </a:blip>
          <a:srcRect l="43844" t="8943" r="49280" b="9156"/>
          <a:stretch/>
        </p:blipFill>
        <p:spPr>
          <a:xfrm>
            <a:off x="8118132" y="0"/>
            <a:ext cx="815618" cy="4858425"/>
          </a:xfrm>
          <a:prstGeom prst="rect">
            <a:avLst/>
          </a:prstGeom>
          <a:noFill/>
          <a:ln>
            <a:noFill/>
          </a:ln>
        </p:spPr>
      </p:pic>
      <p:pic>
        <p:nvPicPr>
          <p:cNvPr id="177" name="Google Shape;177;p35"/>
          <p:cNvPicPr preferRelativeResize="0"/>
          <p:nvPr/>
        </p:nvPicPr>
        <p:blipFill rotWithShape="1">
          <a:blip r:embed="rId5">
            <a:alphaModFix/>
          </a:blip>
          <a:srcRect l="63750" t="8943" r="29374" b="9156"/>
          <a:stretch/>
        </p:blipFill>
        <p:spPr>
          <a:xfrm>
            <a:off x="7051332" y="76200"/>
            <a:ext cx="815618" cy="4858425"/>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75"/>
                                        </p:tgtEl>
                                        <p:attrNameLst>
                                          <p:attrName>style.visibility</p:attrName>
                                        </p:attrNameLst>
                                      </p:cBhvr>
                                      <p:to>
                                        <p:strVal val="visible"/>
                                      </p:to>
                                    </p:set>
                                    <p:animEffect transition="in" filter="fade">
                                      <p:cBhvr>
                                        <p:cTn id="7" dur="1000"/>
                                        <p:tgtEl>
                                          <p:spTgt spid="17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81"/>
        <p:cNvGrpSpPr/>
        <p:nvPr/>
      </p:nvGrpSpPr>
      <p:grpSpPr>
        <a:xfrm>
          <a:off x="0" y="0"/>
          <a:ext cx="0" cy="0"/>
          <a:chOff x="0" y="0"/>
          <a:chExt cx="0" cy="0"/>
        </a:xfrm>
      </p:grpSpPr>
      <p:sp>
        <p:nvSpPr>
          <p:cNvPr id="182" name="Google Shape;182;p36"/>
          <p:cNvSpPr txBox="1">
            <a:spLocks noGrp="1"/>
          </p:cNvSpPr>
          <p:nvPr>
            <p:ph type="title"/>
          </p:nvPr>
        </p:nvSpPr>
        <p:spPr>
          <a:xfrm>
            <a:off x="87050" y="140225"/>
            <a:ext cx="9057000" cy="613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Multiple fractions using pictures</a:t>
            </a:r>
            <a:endParaRPr/>
          </a:p>
        </p:txBody>
      </p:sp>
      <p:sp>
        <p:nvSpPr>
          <p:cNvPr id="183" name="Google Shape;183;p36"/>
          <p:cNvSpPr txBox="1">
            <a:spLocks noGrp="1"/>
          </p:cNvSpPr>
          <p:nvPr>
            <p:ph type="body" idx="1"/>
          </p:nvPr>
        </p:nvSpPr>
        <p:spPr>
          <a:xfrm>
            <a:off x="159300" y="790600"/>
            <a:ext cx="6668400" cy="3397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500" dirty="0"/>
              <a:t>Use the coding to show 4 equivalent fractions.</a:t>
            </a:r>
            <a:endParaRPr sz="2500" dirty="0"/>
          </a:p>
          <a:p>
            <a:pPr marL="0" lvl="0" indent="0" algn="l" rtl="0">
              <a:spcBef>
                <a:spcPts val="1600"/>
              </a:spcBef>
              <a:spcAft>
                <a:spcPts val="0"/>
              </a:spcAft>
              <a:buNone/>
            </a:pPr>
            <a:r>
              <a:rPr lang="en" sz="2500" dirty="0"/>
              <a:t>Use the coding to show 3 fractions in order from least to greatest.</a:t>
            </a:r>
            <a:endParaRPr sz="2500" dirty="0"/>
          </a:p>
          <a:p>
            <a:pPr marL="0" lvl="0" indent="0" algn="l" rtl="0">
              <a:spcBef>
                <a:spcPts val="1600"/>
              </a:spcBef>
              <a:spcAft>
                <a:spcPts val="1600"/>
              </a:spcAft>
              <a:buNone/>
            </a:pPr>
            <a:r>
              <a:rPr lang="en" sz="2500" dirty="0"/>
              <a:t>Use the coding to show skip counting by ¼’s to get to 2 wholes.</a:t>
            </a:r>
            <a:endParaRPr sz="2500" dirty="0"/>
          </a:p>
        </p:txBody>
      </p:sp>
      <p:pic>
        <p:nvPicPr>
          <p:cNvPr id="184" name="Google Shape;184;p36" descr="Set a timer for 8 minutes. This 8 minute timer with alarm silently counts down to 00:00 and then alerts you with a gentle alarm sound.&#10;&#10;What Is the 8 Minute Timer?&#10;If you're looking for a timer to help you stay on track with your work, a 8 minute countdown is a great option. You can use it to break up your work time into manageable chunks, and it can also help you avoid getting bogged down with one task for too long.&#10;&#10;How to Set a 8 Minute Timer&#10;There are a few different ways to set a 8 minute timer. One option is to use an online timer or a mobile app. Another option is to set a timer on your phone’s built-in clock. Whichever method you choose, be sure to set the timer in a place where you can see it easily so that you don't lose track of time.&#10;&#10;Why Should You Use This 8 Minute Alarm?&#10;This timer is perfect for work or study sessions. It's also great for any activity where you want to be sure to take a break every 8 minutes, such as cooking, laundry, or working out.&#10;&#10;Online Timer - https://timer.onlinealarmkur.com/en/" title="8 Minute Timer">
            <a:hlinkClick r:id="rId3"/>
          </p:cNvPr>
          <p:cNvPicPr preferRelativeResize="0"/>
          <p:nvPr/>
        </p:nvPicPr>
        <p:blipFill>
          <a:blip r:embed="rId4">
            <a:alphaModFix/>
          </a:blip>
          <a:stretch>
            <a:fillRect/>
          </a:stretch>
        </p:blipFill>
        <p:spPr>
          <a:xfrm>
            <a:off x="3983941" y="3175900"/>
            <a:ext cx="3192700" cy="1795900"/>
          </a:xfrm>
          <a:prstGeom prst="rect">
            <a:avLst/>
          </a:prstGeom>
          <a:noFill/>
          <a:ln>
            <a:noFill/>
          </a:ln>
        </p:spPr>
      </p:pic>
      <p:pic>
        <p:nvPicPr>
          <p:cNvPr id="185" name="Google Shape;185;p36"/>
          <p:cNvPicPr preferRelativeResize="0"/>
          <p:nvPr/>
        </p:nvPicPr>
        <p:blipFill rotWithShape="1">
          <a:blip r:embed="rId5">
            <a:alphaModFix/>
          </a:blip>
          <a:srcRect l="43844" t="8943" r="49280" b="9156"/>
          <a:stretch/>
        </p:blipFill>
        <p:spPr>
          <a:xfrm>
            <a:off x="8118132" y="0"/>
            <a:ext cx="815618" cy="4858425"/>
          </a:xfrm>
          <a:prstGeom prst="rect">
            <a:avLst/>
          </a:prstGeom>
          <a:noFill/>
          <a:ln>
            <a:noFill/>
          </a:ln>
        </p:spPr>
      </p:pic>
      <p:pic>
        <p:nvPicPr>
          <p:cNvPr id="186" name="Google Shape;186;p36"/>
          <p:cNvPicPr preferRelativeResize="0"/>
          <p:nvPr/>
        </p:nvPicPr>
        <p:blipFill rotWithShape="1">
          <a:blip r:embed="rId5">
            <a:alphaModFix/>
          </a:blip>
          <a:srcRect l="63750" t="8943" r="29374" b="9156"/>
          <a:stretch/>
        </p:blipFill>
        <p:spPr>
          <a:xfrm>
            <a:off x="7051332" y="76200"/>
            <a:ext cx="815618" cy="4858425"/>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84"/>
                                        </p:tgtEl>
                                        <p:attrNameLst>
                                          <p:attrName>style.visibility</p:attrName>
                                        </p:attrNameLst>
                                      </p:cBhvr>
                                      <p:to>
                                        <p:strVal val="visible"/>
                                      </p:to>
                                    </p:set>
                                    <p:animEffect transition="in" filter="fade">
                                      <p:cBhvr>
                                        <p:cTn id="7" dur="1000"/>
                                        <p:tgtEl>
                                          <p:spTgt spid="18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90"/>
        <p:cNvGrpSpPr/>
        <p:nvPr/>
      </p:nvGrpSpPr>
      <p:grpSpPr>
        <a:xfrm>
          <a:off x="0" y="0"/>
          <a:ext cx="0" cy="0"/>
          <a:chOff x="0" y="0"/>
          <a:chExt cx="0" cy="0"/>
        </a:xfrm>
      </p:grpSpPr>
      <p:sp>
        <p:nvSpPr>
          <p:cNvPr id="191" name="Google Shape;191;p37"/>
          <p:cNvSpPr txBox="1">
            <a:spLocks noGrp="1"/>
          </p:cNvSpPr>
          <p:nvPr>
            <p:ph type="title"/>
          </p:nvPr>
        </p:nvSpPr>
        <p:spPr>
          <a:xfrm>
            <a:off x="311700" y="445025"/>
            <a:ext cx="8520600" cy="613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Shout outs!</a:t>
            </a:r>
            <a:endParaRPr/>
          </a:p>
        </p:txBody>
      </p:sp>
      <p:sp>
        <p:nvSpPr>
          <p:cNvPr id="192" name="Google Shape;192;p37"/>
          <p:cNvSpPr txBox="1">
            <a:spLocks noGrp="1"/>
          </p:cNvSpPr>
          <p:nvPr>
            <p:ph type="body" idx="1"/>
          </p:nvPr>
        </p:nvSpPr>
        <p:spPr>
          <a:xfrm>
            <a:off x="311700" y="1171600"/>
            <a:ext cx="8520600" cy="3397200"/>
          </a:xfrm>
          <a:prstGeom prst="rect">
            <a:avLst/>
          </a:prstGeom>
        </p:spPr>
        <p:txBody>
          <a:bodyPr spcFirstLastPara="1" wrap="square" lIns="91425" tIns="91425" rIns="91425" bIns="91425" anchor="t" anchorCtr="0">
            <a:noAutofit/>
          </a:bodyPr>
          <a:lstStyle/>
          <a:p>
            <a:pPr marL="0" lvl="0" indent="0">
              <a:spcAft>
                <a:spcPts val="1600"/>
              </a:spcAft>
              <a:buNone/>
            </a:pPr>
            <a:r>
              <a:rPr lang="en-US" sz="2400" dirty="0"/>
              <a:t>Highlight students who worked well together.</a:t>
            </a:r>
          </a:p>
          <a:p>
            <a:pPr marL="0" lvl="0" indent="0">
              <a:spcAft>
                <a:spcPts val="1600"/>
              </a:spcAft>
              <a:buNone/>
            </a:pPr>
            <a:r>
              <a:rPr lang="en-US" sz="2400" dirty="0"/>
              <a:t>Celebrate students' successes and identify challenges.</a:t>
            </a:r>
          </a:p>
          <a:p>
            <a:pPr marL="0" lvl="0" indent="0" algn="l" rtl="0">
              <a:spcBef>
                <a:spcPts val="0"/>
              </a:spcBef>
              <a:spcAft>
                <a:spcPts val="1600"/>
              </a:spcAft>
              <a:buNone/>
            </a:pPr>
            <a:endParaRPr dirty="0"/>
          </a:p>
        </p:txBody>
      </p:sp>
    </p:spTree>
  </p:cSld>
  <p:clrMapOvr>
    <a:masterClrMapping/>
  </p:clrMapOvr>
</p:sld>
</file>

<file path=ppt/theme/theme1.xml><?xml version="1.0" encoding="utf-8"?>
<a:theme xmlns:a="http://schemas.openxmlformats.org/drawingml/2006/main" name="Beach Day">
  <a:themeElements>
    <a:clrScheme name="Beach Day">
      <a:dk1>
        <a:srgbClr val="00FDC8"/>
      </a:dk1>
      <a:lt1>
        <a:srgbClr val="FFFFFF"/>
      </a:lt1>
      <a:dk2>
        <a:srgbClr val="666666"/>
      </a:dk2>
      <a:lt2>
        <a:srgbClr val="EEEEEE"/>
      </a:lt2>
      <a:accent1>
        <a:srgbClr val="212121"/>
      </a:accent1>
      <a:accent2>
        <a:srgbClr val="455A64"/>
      </a:accent2>
      <a:accent3>
        <a:srgbClr val="78909C"/>
      </a:accent3>
      <a:accent4>
        <a:srgbClr val="7C7CE0"/>
      </a:accent4>
      <a:accent5>
        <a:srgbClr val="DB4437"/>
      </a:accent5>
      <a:accent6>
        <a:srgbClr val="F6CD4C"/>
      </a:accent6>
      <a:hlink>
        <a:srgbClr val="DB4437"/>
      </a:hlink>
      <a:folHlink>
        <a:srgbClr val="DB443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Paperback">
  <a:themeElements>
    <a:clrScheme name="Paperback">
      <a:dk1>
        <a:srgbClr val="000000"/>
      </a:dk1>
      <a:lt1>
        <a:srgbClr val="FFFFFF"/>
      </a:lt1>
      <a:dk2>
        <a:srgbClr val="00695C"/>
      </a:dk2>
      <a:lt2>
        <a:srgbClr val="26A69A"/>
      </a:lt2>
      <a:accent1>
        <a:srgbClr val="FFFBF0"/>
      </a:accent1>
      <a:accent2>
        <a:srgbClr val="B7B7B7"/>
      </a:accent2>
      <a:accent3>
        <a:srgbClr val="FB8C00"/>
      </a:accent3>
      <a:accent4>
        <a:srgbClr val="80CBC4"/>
      </a:accent4>
      <a:accent5>
        <a:srgbClr val="AF4345"/>
      </a:accent5>
      <a:accent6>
        <a:srgbClr val="F58F8F"/>
      </a:accent6>
      <a:hlink>
        <a:srgbClr val="AF4345"/>
      </a:hlink>
      <a:folHlink>
        <a:srgbClr val="AF4345"/>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11</TotalTime>
  <Words>267</Words>
  <Application>Microsoft Macintosh PowerPoint</Application>
  <PresentationFormat>On-screen Show (16:9)</PresentationFormat>
  <Paragraphs>37</Paragraphs>
  <Slides>12</Slides>
  <Notes>12</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12</vt:i4>
      </vt:variant>
    </vt:vector>
  </HeadingPairs>
  <TitlesOfParts>
    <vt:vector size="19" baseType="lpstr">
      <vt:lpstr>Roboto</vt:lpstr>
      <vt:lpstr>Old Standard TT</vt:lpstr>
      <vt:lpstr>Arial</vt:lpstr>
      <vt:lpstr>Source Code Pro</vt:lpstr>
      <vt:lpstr>Amatic SC</vt:lpstr>
      <vt:lpstr>Beach Day</vt:lpstr>
      <vt:lpstr>Paperback</vt:lpstr>
      <vt:lpstr>Coding goals:</vt:lpstr>
      <vt:lpstr>Introduction to Variables and Comments</vt:lpstr>
      <vt:lpstr>Strings</vt:lpstr>
      <vt:lpstr>Variables for linear equations</vt:lpstr>
      <vt:lpstr>Concatenating Strings = combining strings together</vt:lpstr>
      <vt:lpstr>Object oriented programming using fractions</vt:lpstr>
      <vt:lpstr>Complex Fraction Operations</vt:lpstr>
      <vt:lpstr>Shout outs!</vt:lpstr>
      <vt:lpstr>Lesson 2a</vt:lpstr>
      <vt:lpstr>Representing fractions using pictures</vt:lpstr>
      <vt:lpstr>Multiple fractions using pictures</vt:lpstr>
      <vt:lpstr>Shout outs!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Microsoft Office User</cp:lastModifiedBy>
  <cp:revision>2</cp:revision>
  <dcterms:modified xsi:type="dcterms:W3CDTF">2026-07-29T17:37:48Z</dcterms:modified>
</cp:coreProperties>
</file>